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8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0" name="User" initials="U" lastIdx="1" clrIdx="0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6256" autoAdjust="0"/>
  </p:normalViewPr>
  <p:slideViewPr>
    <p:cSldViewPr>
      <p:cViewPr>
        <p:scale>
          <a:sx n="70" d="100"/>
          <a:sy n="70" d="100"/>
        </p:scale>
        <p:origin x="-1092" y="-90"/>
      </p:cViewPr>
      <p:guideLst>
        <p:guide orient="horz" pos="3239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commentAuthors" Target="commentAuthors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sv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4.jpe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4.jpe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4.jpe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4.jpe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4.jpe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4.jpe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5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6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svg" 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F9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700"/>
            <a:ext cx="18288000" cy="10281645"/>
          </a:xfrm>
          <a:custGeom>
            <a:avLst/>
            <a:gdLst/>
            <a:ahLst/>
            <a:cxnLst/>
            <a:rect r="r" b="b" t="t" l="l"/>
            <a:pathLst>
              <a:path h="10281645" w="18288000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76300" y="730372"/>
            <a:ext cx="16535400" cy="8826256"/>
            <a:chOff x="0" y="0"/>
            <a:chExt cx="4355002" cy="23246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55002" cy="2324611"/>
            </a:xfrm>
            <a:custGeom>
              <a:avLst/>
              <a:gdLst/>
              <a:ahLst/>
              <a:cxnLst/>
              <a:rect r="r" b="b" t="t" l="l"/>
              <a:pathLst>
                <a:path h="2324611" w="4355002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875196" y="4211267"/>
            <a:ext cx="14537608" cy="0"/>
          </a:xfrm>
          <a:prstGeom prst="line">
            <a:avLst/>
          </a:prstGeom>
          <a:ln cap="flat" w="9525">
            <a:solidFill>
              <a:srgbClr val="7F90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824304" y="2541737"/>
            <a:ext cx="6735940" cy="15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79"/>
              </a:lnSpc>
              <a:spcBef>
                <a:spcPct val="0"/>
              </a:spcBef>
            </a:pPr>
            <a:r>
              <a:rPr lang="en-US" sz="8699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팀 프로젝트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75196" y="4501780"/>
            <a:ext cx="14537608" cy="41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545454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002 논리회로설계및실험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38983" y="2541737"/>
            <a:ext cx="3523671" cy="1503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79"/>
              </a:lnSpc>
              <a:spcBef>
                <a:spcPct val="0"/>
              </a:spcBef>
            </a:pPr>
            <a:r>
              <a:rPr lang="en-US" sz="869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제안서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00221" y="7760783"/>
            <a:ext cx="3912583" cy="36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545454"/>
                </a:solidFill>
                <a:latin typeface="윤고딕"/>
                <a:ea typeface="윤고딕"/>
                <a:cs typeface="윤고딕"/>
                <a:sym typeface="윤고딕"/>
              </a:rPr>
              <a:t>2025년 11월 20일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00221" y="8213417"/>
            <a:ext cx="3912583" cy="307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68"/>
              </a:lnSpc>
              <a:spcBef>
                <a:spcPct val="0"/>
              </a:spcBef>
            </a:pPr>
            <a:r>
              <a:rPr lang="en-US" sz="1763">
                <a:solidFill>
                  <a:srgbClr val="545454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김륜영 | 김동진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71929" y="2022124"/>
            <a:ext cx="5591266" cy="52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6"/>
              </a:lnSpc>
              <a:spcBef>
                <a:spcPct val="0"/>
              </a:spcBef>
            </a:pPr>
            <a:r>
              <a:rPr lang="en-US" sz="301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12조</a:t>
            </a: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f9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3000"/>
            </a:blip>
            <a:stretch>
              <a:fillRect/>
            </a:stretch>
          </a:blip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 rot="0">
            <a:off x="876300" y="730372"/>
            <a:ext cx="16535400" cy="8826256"/>
            <a:chOff x="0" y="0"/>
            <a:chExt cx="4355002" cy="23246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algn="ctr">
                <a:lnSpc>
                  <a:spcPts val="2520"/>
                </a:lnSpc>
                <a:defRPr/>
              </a:pPr>
              <a:endParaRPr lang="ko-KR" altLang="en-US"/>
            </a:p>
          </p:txBody>
        </p:sp>
      </p:grpSp>
      <p:sp>
        <p:nvSpPr>
          <p:cNvPr id="6" name="AutoShape 6"/>
          <p:cNvSpPr/>
          <p:nvPr/>
        </p:nvSpPr>
        <p:spPr>
          <a:xfrm>
            <a:off x="1875196" y="3192092"/>
            <a:ext cx="14537608" cy="0"/>
          </a:xfrm>
          <a:prstGeom prst="line">
            <a:avLst/>
          </a:prstGeom>
          <a:ln w="9525" cap="flat">
            <a:solidFill>
              <a:srgbClr val="7f90d4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2014804" y="1694012"/>
            <a:ext cx="2525890" cy="12788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목차</a:t>
            </a:r>
            <a:endParaRPr lang="en-US" sz="7399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138879" y="2333432"/>
            <a:ext cx="3000466" cy="5233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26"/>
              </a:lnSpc>
              <a:spcBef>
                <a:spcPct val="0"/>
              </a:spcBef>
              <a:defRPr/>
            </a:pPr>
            <a:r>
              <a:rPr lang="en-US" sz="3019">
                <a:solidFill>
                  <a:srgbClr val="54545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LIST</a:t>
            </a:r>
            <a:endParaRPr lang="en-US" sz="3019">
              <a:solidFill>
                <a:srgbClr val="54545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400609" y="3730094"/>
            <a:ext cx="5171432" cy="36517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200"/>
              </a:lnSpc>
              <a:defRPr/>
            </a:pPr>
            <a:r>
              <a:rPr lang="ko-KR" altLang="en-US" sz="36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설계도</a:t>
            </a:r>
            <a:endParaRPr lang="ko-KR" altLang="en-US" sz="360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7200"/>
              </a:lnSpc>
              <a:defRPr/>
            </a:pPr>
            <a:r>
              <a:rPr lang="ko-KR" altLang="en-US" sz="36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알고리즘</a:t>
            </a:r>
            <a:endParaRPr lang="ko-KR" altLang="en-US" sz="360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7200"/>
              </a:lnSpc>
              <a:defRPr/>
            </a:pPr>
            <a:r>
              <a:rPr lang="ko-KR" altLang="en-US" sz="36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개발 일정</a:t>
            </a:r>
            <a:endParaRPr lang="ko-KR" altLang="en-US" sz="360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7200"/>
              </a:lnSpc>
              <a:defRPr/>
            </a:pPr>
            <a:endParaRPr lang="en-US" sz="360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134307" y="3730094"/>
            <a:ext cx="4722758" cy="36517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200"/>
              </a:lnSpc>
              <a:defRPr/>
            </a:pPr>
            <a:r>
              <a:rPr lang="en-US" sz="36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프로젝트 </a:t>
            </a:r>
            <a:r>
              <a:rPr lang="ko-KR" altLang="en-US" sz="36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주제 및 기능</a:t>
            </a:r>
            <a:endParaRPr lang="en-US" sz="360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7200"/>
              </a:lnSpc>
              <a:defRPr/>
            </a:pPr>
            <a:r>
              <a:rPr lang="ko-KR" altLang="en-US" sz="36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사용 모듈</a:t>
            </a:r>
            <a:endParaRPr lang="ko-KR" altLang="en-US" sz="360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7200"/>
              </a:lnSpc>
              <a:defRPr/>
            </a:pPr>
            <a:r>
              <a:rPr lang="ko-KR" altLang="en-US" sz="36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가속 모듈 기능</a:t>
            </a:r>
            <a:endParaRPr lang="ko-KR" altLang="en-US" sz="360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7200"/>
              </a:lnSpc>
              <a:defRPr/>
            </a:pPr>
            <a:r>
              <a:rPr lang="ko-KR" altLang="en-US" sz="36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감속 모듈 기능</a:t>
            </a:r>
            <a:endParaRPr lang="ko-KR" altLang="en-US" sz="360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138879" y="3730094"/>
            <a:ext cx="1136015" cy="357752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200"/>
              </a:lnSpc>
              <a:defRPr/>
            </a:pPr>
            <a:r>
              <a:rPr lang="en-US" sz="3600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01</a:t>
            </a:r>
            <a:endParaRPr lang="en-US" sz="3600">
              <a:solidFill>
                <a:srgbClr val="7f90d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l">
              <a:lnSpc>
                <a:spcPts val="7200"/>
              </a:lnSpc>
              <a:defRPr/>
            </a:pPr>
            <a:r>
              <a:rPr lang="en-US" sz="3600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02</a:t>
            </a:r>
            <a:endParaRPr lang="en-US" sz="3600">
              <a:solidFill>
                <a:srgbClr val="7f90d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l">
              <a:lnSpc>
                <a:spcPts val="7200"/>
              </a:lnSpc>
              <a:defRPr/>
            </a:pPr>
            <a:r>
              <a:rPr lang="en-US" sz="3600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03</a:t>
            </a:r>
            <a:endParaRPr lang="en-US" sz="3600">
              <a:solidFill>
                <a:srgbClr val="7f90d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l">
              <a:lnSpc>
                <a:spcPts val="7200"/>
              </a:lnSpc>
              <a:defRPr/>
            </a:pPr>
            <a:r>
              <a:rPr lang="en-US" sz="3600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04</a:t>
            </a:r>
            <a:endParaRPr lang="en-US" sz="3600">
              <a:solidFill>
                <a:srgbClr val="7f90d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405180" y="3730094"/>
            <a:ext cx="1136015" cy="36517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200"/>
              </a:lnSpc>
              <a:defRPr/>
            </a:pPr>
            <a:r>
              <a:rPr lang="en-US" sz="3600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05</a:t>
            </a:r>
            <a:endParaRPr lang="en-US" sz="3600">
              <a:solidFill>
                <a:srgbClr val="7f90d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l">
              <a:lnSpc>
                <a:spcPts val="7200"/>
              </a:lnSpc>
              <a:defRPr/>
            </a:pPr>
            <a:r>
              <a:rPr lang="en-US" sz="3600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06</a:t>
            </a:r>
            <a:endParaRPr lang="en-US" sz="3600">
              <a:solidFill>
                <a:srgbClr val="7f90d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l">
              <a:lnSpc>
                <a:spcPts val="7200"/>
              </a:lnSpc>
              <a:defRPr/>
            </a:pPr>
            <a:r>
              <a:rPr lang="en-US" sz="3600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07</a:t>
            </a:r>
            <a:endParaRPr lang="en-US" sz="3600">
              <a:solidFill>
                <a:srgbClr val="7f90d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l">
              <a:lnSpc>
                <a:spcPts val="7200"/>
              </a:lnSpc>
              <a:defRPr/>
            </a:pPr>
            <a:r>
              <a:rPr lang="en-US" sz="3600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endParaRPr lang="en-US" sz="3600">
              <a:solidFill>
                <a:srgbClr val="7f90d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f9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3000"/>
            </a:blip>
            <a:stretch>
              <a:fillRect/>
            </a:stretch>
          </a:blip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 rot="0">
            <a:off x="876300" y="730372"/>
            <a:ext cx="16535400" cy="8826256"/>
            <a:chOff x="0" y="0"/>
            <a:chExt cx="4355002" cy="23246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algn="ctr">
                <a:lnSpc>
                  <a:spcPts val="2520"/>
                </a:lnSpc>
                <a:defRPr/>
              </a:pPr>
              <a:endParaRPr lang="ko-KR" alt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14804" y="1694012"/>
            <a:ext cx="2525890" cy="12788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01</a:t>
            </a:r>
            <a:endParaRPr lang="en-US" sz="7399">
              <a:solidFill>
                <a:srgbClr val="7f90d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411099" y="1694012"/>
            <a:ext cx="9466701" cy="131588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프로젝트 </a:t>
            </a:r>
            <a:r>
              <a:rPr lang="ko-KR" altLang="en-US" sz="739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주제 및 기능</a:t>
            </a:r>
            <a:endParaRPr lang="ko-KR" altLang="en-US" sz="7399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534934" y="2334125"/>
            <a:ext cx="3000466" cy="5329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26"/>
              </a:lnSpc>
              <a:spcBef>
                <a:spcPct val="0"/>
              </a:spcBef>
              <a:defRPr/>
            </a:pPr>
            <a:r>
              <a:rPr lang="en-US" sz="3019">
                <a:solidFill>
                  <a:srgbClr val="54545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PROJECT</a:t>
            </a:r>
            <a:endParaRPr lang="en-US" sz="3019">
              <a:solidFill>
                <a:srgbClr val="54545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875196" y="3192092"/>
            <a:ext cx="14537608" cy="0"/>
          </a:xfrm>
          <a:prstGeom prst="line">
            <a:avLst/>
          </a:prstGeom>
          <a:ln w="9525" cap="flat">
            <a:solidFill>
              <a:srgbClr val="7f90d4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5486400" y="3612557"/>
            <a:ext cx="7653949" cy="92134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296"/>
              </a:lnSpc>
              <a:defRPr/>
            </a:pPr>
            <a:r>
              <a:rPr lang="ko-KR" altLang="en-US" sz="3200">
                <a:solidFill>
                  <a:srgbClr val="000000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자동차의 가</a:t>
            </a:r>
            <a:r>
              <a:rPr lang="en-US" altLang="ko-KR" sz="3200">
                <a:solidFill>
                  <a:srgbClr val="000000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/</a:t>
            </a:r>
            <a:r>
              <a:rPr lang="ko-KR" altLang="en-US" sz="3200">
                <a:solidFill>
                  <a:srgbClr val="000000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감속 및 변속 시뮬레이터</a:t>
            </a:r>
            <a:endParaRPr lang="ko-KR" altLang="en-US" sz="3200">
              <a:solidFill>
                <a:srgbClr val="000000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1828800" y="3449442"/>
            <a:ext cx="3417703" cy="1044633"/>
            <a:chOff x="0" y="-38100"/>
            <a:chExt cx="900136" cy="2751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00136" cy="237030"/>
            </a:xfrm>
            <a:custGeom>
              <a:avLst/>
              <a:gdLst/>
              <a:rect l="l" t="t" r="r" b="b"/>
              <a:pathLst>
                <a:path w="900136" h="237030">
                  <a:moveTo>
                    <a:pt x="33979" y="0"/>
                  </a:moveTo>
                  <a:lnTo>
                    <a:pt x="866157" y="0"/>
                  </a:lnTo>
                  <a:cubicBezTo>
                    <a:pt x="884923" y="0"/>
                    <a:pt x="900136" y="15213"/>
                    <a:pt x="900136" y="33979"/>
                  </a:cubicBezTo>
                  <a:lnTo>
                    <a:pt x="900136" y="203051"/>
                  </a:lnTo>
                  <a:cubicBezTo>
                    <a:pt x="900136" y="221817"/>
                    <a:pt x="884923" y="237030"/>
                    <a:pt x="866157" y="237030"/>
                  </a:cubicBezTo>
                  <a:lnTo>
                    <a:pt x="33979" y="237030"/>
                  </a:lnTo>
                  <a:cubicBezTo>
                    <a:pt x="15213" y="237030"/>
                    <a:pt x="0" y="221817"/>
                    <a:pt x="0" y="203051"/>
                  </a:cubicBezTo>
                  <a:lnTo>
                    <a:pt x="0" y="33979"/>
                  </a:lnTo>
                  <a:cubicBezTo>
                    <a:pt x="0" y="15213"/>
                    <a:pt x="15213" y="0"/>
                    <a:pt x="33979" y="0"/>
                  </a:cubicBezTo>
                  <a:close/>
                </a:path>
              </a:pathLst>
            </a:custGeom>
            <a:solidFill>
              <a:srgbClr val="f0eaeb"/>
            </a:solidFill>
          </p:spPr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00136" cy="275130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algn="ctr">
                <a:lnSpc>
                  <a:spcPts val="2520"/>
                </a:lnSpc>
                <a:defRPr/>
              </a:pPr>
              <a:endParaRPr lang="ko-KR" alt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828800" y="3390900"/>
            <a:ext cx="3417703" cy="1038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777243" lvl="1" indent="-388622" algn="l">
              <a:lnSpc>
                <a:spcPts val="8208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주제</a:t>
            </a:r>
            <a:endParaRPr lang="en-US" sz="360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grpSp>
        <p:nvGrpSpPr>
          <p:cNvPr id="15" name="Group 15"/>
          <p:cNvGrpSpPr/>
          <p:nvPr/>
        </p:nvGrpSpPr>
        <p:grpSpPr>
          <a:xfrm rot="0">
            <a:off x="1828800" y="4684118"/>
            <a:ext cx="3417703" cy="1044633"/>
            <a:chOff x="0" y="-38100"/>
            <a:chExt cx="900136" cy="2751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00136" cy="237030"/>
            </a:xfrm>
            <a:custGeom>
              <a:avLst/>
              <a:gdLst/>
              <a:rect l="l" t="t" r="r" b="b"/>
              <a:pathLst>
                <a:path w="900136" h="237030">
                  <a:moveTo>
                    <a:pt x="33979" y="0"/>
                  </a:moveTo>
                  <a:lnTo>
                    <a:pt x="866157" y="0"/>
                  </a:lnTo>
                  <a:cubicBezTo>
                    <a:pt x="884923" y="0"/>
                    <a:pt x="900136" y="15213"/>
                    <a:pt x="900136" y="33979"/>
                  </a:cubicBezTo>
                  <a:lnTo>
                    <a:pt x="900136" y="203051"/>
                  </a:lnTo>
                  <a:cubicBezTo>
                    <a:pt x="900136" y="221817"/>
                    <a:pt x="884923" y="237030"/>
                    <a:pt x="866157" y="237030"/>
                  </a:cubicBezTo>
                  <a:lnTo>
                    <a:pt x="33979" y="237030"/>
                  </a:lnTo>
                  <a:cubicBezTo>
                    <a:pt x="15213" y="237030"/>
                    <a:pt x="0" y="221817"/>
                    <a:pt x="0" y="203051"/>
                  </a:cubicBezTo>
                  <a:lnTo>
                    <a:pt x="0" y="33979"/>
                  </a:lnTo>
                  <a:cubicBezTo>
                    <a:pt x="0" y="15213"/>
                    <a:pt x="15213" y="0"/>
                    <a:pt x="33979" y="0"/>
                  </a:cubicBezTo>
                  <a:close/>
                </a:path>
              </a:pathLst>
            </a:custGeom>
            <a:solidFill>
              <a:srgbClr val="f0eaeb"/>
            </a:solidFill>
          </p:spPr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900136" cy="275130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algn="ctr">
                <a:lnSpc>
                  <a:spcPts val="2520"/>
                </a:lnSpc>
                <a:defRPr/>
              </a:pPr>
              <a:endParaRPr lang="ko-KR" alt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828800" y="4625576"/>
            <a:ext cx="3417703" cy="103584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777243" lvl="1" indent="-388622" algn="l">
              <a:lnSpc>
                <a:spcPts val="8208"/>
              </a:lnSpc>
              <a:buFont typeface="Arial"/>
              <a:buChar char="•"/>
              <a:defRPr/>
            </a:pPr>
            <a:r>
              <a:rPr lang="ko-KR" altLang="en-US" sz="360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기능</a:t>
            </a:r>
            <a:endParaRPr lang="ko-KR" altLang="en-US" sz="360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562599" y="4733926"/>
            <a:ext cx="7653949" cy="2781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296"/>
              </a:lnSpc>
              <a:defRPr/>
            </a:pPr>
            <a:r>
              <a:rPr lang="en-US" altLang="ko-KR" sz="3200">
                <a:solidFill>
                  <a:srgbClr val="000000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1.</a:t>
            </a:r>
            <a:r>
              <a:rPr lang="ko-KR" altLang="en-US" sz="3200">
                <a:solidFill>
                  <a:srgbClr val="000000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 기어 단수</a:t>
            </a:r>
            <a:r>
              <a:rPr lang="en-US" altLang="ko-KR" sz="3200">
                <a:solidFill>
                  <a:srgbClr val="000000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(1~6</a:t>
            </a:r>
            <a:r>
              <a:rPr lang="ko-KR" altLang="en-US" sz="3200">
                <a:solidFill>
                  <a:srgbClr val="000000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단</a:t>
            </a:r>
            <a:r>
              <a:rPr lang="en-US" altLang="ko-KR" sz="3200">
                <a:solidFill>
                  <a:srgbClr val="000000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)</a:t>
            </a:r>
            <a:r>
              <a:rPr lang="ko-KR" altLang="en-US" sz="3200">
                <a:solidFill>
                  <a:srgbClr val="000000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를 수동 변경</a:t>
            </a:r>
            <a:endParaRPr lang="ko-KR" altLang="en-US" sz="3200">
              <a:solidFill>
                <a:srgbClr val="000000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  <a:p>
            <a:pPr algn="l">
              <a:lnSpc>
                <a:spcPts val="7296"/>
              </a:lnSpc>
              <a:defRPr/>
            </a:pPr>
            <a:r>
              <a:rPr lang="en-US" altLang="ko-KR" sz="3200">
                <a:solidFill>
                  <a:srgbClr val="000000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2.</a:t>
            </a:r>
            <a:r>
              <a:rPr lang="ko-KR" altLang="en-US" sz="3200">
                <a:solidFill>
                  <a:srgbClr val="000000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 가속</a:t>
            </a:r>
            <a:r>
              <a:rPr lang="en-US" altLang="ko-KR" sz="3200">
                <a:solidFill>
                  <a:srgbClr val="000000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,</a:t>
            </a:r>
            <a:r>
              <a:rPr lang="ko-KR" altLang="en-US" sz="3200">
                <a:solidFill>
                  <a:srgbClr val="000000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 감속 제어 및 변속 타이밍 알림</a:t>
            </a:r>
            <a:endParaRPr lang="ko-KR" altLang="en-US" sz="3200">
              <a:solidFill>
                <a:srgbClr val="000000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  <a:p>
            <a:pPr algn="l">
              <a:lnSpc>
                <a:spcPts val="7296"/>
              </a:lnSpc>
              <a:defRPr/>
            </a:pPr>
            <a:r>
              <a:rPr lang="en-US" altLang="ko-KR" sz="3200">
                <a:solidFill>
                  <a:srgbClr val="000000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3.</a:t>
            </a:r>
            <a:r>
              <a:rPr lang="ko-KR" altLang="en-US" sz="3200">
                <a:solidFill>
                  <a:srgbClr val="000000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 현재 상태에 맞는 </a:t>
            </a:r>
            <a:r>
              <a:rPr lang="en-US" altLang="ko-KR" sz="3200">
                <a:solidFill>
                  <a:srgbClr val="000000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RPM </a:t>
            </a:r>
            <a:r>
              <a:rPr lang="ko-KR" altLang="en-US" sz="3200">
                <a:solidFill>
                  <a:srgbClr val="000000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및 속도 출력</a:t>
            </a:r>
            <a:endParaRPr lang="ko-KR" altLang="en-US" sz="3200">
              <a:solidFill>
                <a:srgbClr val="000000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f9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3000"/>
            </a:blip>
            <a:stretch>
              <a:fillRect/>
            </a:stretch>
          </a:blip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 rot="0">
            <a:off x="876300" y="730372"/>
            <a:ext cx="16535400" cy="8826256"/>
            <a:chOff x="0" y="0"/>
            <a:chExt cx="4355002" cy="23246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algn="ctr">
                <a:lnSpc>
                  <a:spcPts val="2520"/>
                </a:lnSpc>
                <a:defRPr/>
              </a:pPr>
              <a:endParaRPr lang="ko-KR" altLang="en-US"/>
            </a:p>
          </p:txBody>
        </p:sp>
      </p:grpSp>
      <p:sp>
        <p:nvSpPr>
          <p:cNvPr id="6" name="AutoShape 6"/>
          <p:cNvSpPr/>
          <p:nvPr/>
        </p:nvSpPr>
        <p:spPr>
          <a:xfrm>
            <a:off x="1875196" y="3192092"/>
            <a:ext cx="14537608" cy="0"/>
          </a:xfrm>
          <a:prstGeom prst="line">
            <a:avLst/>
          </a:prstGeom>
          <a:ln w="9525" cap="flat">
            <a:solidFill>
              <a:srgbClr val="7f90d4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737975" y="3415930"/>
            <a:ext cx="9096284" cy="5708866"/>
          </a:xfrm>
          <a:custGeom>
            <a:avLst/>
            <a:gdLst/>
            <a:rect l="l" t="t" r="r" b="b"/>
            <a:pathLst>
              <a:path w="9096284" h="5708866">
                <a:moveTo>
                  <a:pt x="0" y="0"/>
                </a:moveTo>
                <a:lnTo>
                  <a:pt x="9096284" y="0"/>
                </a:lnTo>
                <a:lnTo>
                  <a:pt x="9096284" y="5708865"/>
                </a:lnTo>
                <a:lnTo>
                  <a:pt x="0" y="5708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2014804" y="1694012"/>
            <a:ext cx="2525890" cy="12788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02</a:t>
            </a:r>
            <a:endParaRPr lang="en-US" sz="7399">
              <a:solidFill>
                <a:srgbClr val="7f90d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411099" y="1694012"/>
            <a:ext cx="8476101" cy="131588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ko-KR" altLang="en-US" sz="739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사용 모듈</a:t>
            </a:r>
            <a:endParaRPr lang="ko-KR" altLang="en-US" sz="7399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008608" y="2333432"/>
            <a:ext cx="5248366" cy="52406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26"/>
              </a:lnSpc>
              <a:spcBef>
                <a:spcPct val="0"/>
              </a:spcBef>
              <a:defRPr/>
            </a:pPr>
            <a:endParaRPr lang="en-US" sz="3019">
              <a:solidFill>
                <a:srgbClr val="54545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15" name=""/>
          <p:cNvSpPr/>
          <p:nvPr/>
        </p:nvSpPr>
        <p:spPr>
          <a:xfrm>
            <a:off x="4419600" y="6591300"/>
            <a:ext cx="1371600" cy="381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"/>
          <p:cNvSpPr/>
          <p:nvPr/>
        </p:nvSpPr>
        <p:spPr>
          <a:xfrm>
            <a:off x="4038600" y="6591300"/>
            <a:ext cx="304800" cy="381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"/>
          <p:cNvSpPr/>
          <p:nvPr/>
        </p:nvSpPr>
        <p:spPr>
          <a:xfrm>
            <a:off x="3657600" y="5905500"/>
            <a:ext cx="609600" cy="6096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"/>
          <p:cNvSpPr/>
          <p:nvPr/>
        </p:nvSpPr>
        <p:spPr>
          <a:xfrm>
            <a:off x="6705600" y="7048500"/>
            <a:ext cx="914400" cy="1143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"/>
          <p:cNvSpPr/>
          <p:nvPr/>
        </p:nvSpPr>
        <p:spPr>
          <a:xfrm>
            <a:off x="3429000" y="7048500"/>
            <a:ext cx="1066800" cy="1143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"/>
          <p:cNvSpPr/>
          <p:nvPr/>
        </p:nvSpPr>
        <p:spPr>
          <a:xfrm>
            <a:off x="5943600" y="7353300"/>
            <a:ext cx="457200" cy="381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0" name="TextBox 16"/>
          <p:cNvSpPr txBox="1"/>
          <p:nvPr/>
        </p:nvSpPr>
        <p:spPr>
          <a:xfrm>
            <a:off x="10896600" y="3622185"/>
            <a:ext cx="6096000" cy="577899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DIP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스위치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버튼 스위치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7-segment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8array -7segment</a:t>
            </a:r>
            <a:endPara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Servo 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모터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Full Color LED</a:t>
            </a:r>
            <a:endPara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f9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3000"/>
            </a:blip>
            <a:stretch>
              <a:fillRect/>
            </a:stretch>
          </a:blip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 rot="0">
            <a:off x="876300" y="730372"/>
            <a:ext cx="16535400" cy="8826256"/>
            <a:chOff x="0" y="0"/>
            <a:chExt cx="4355002" cy="23246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algn="ctr">
                <a:lnSpc>
                  <a:spcPts val="2520"/>
                </a:lnSpc>
                <a:defRPr/>
              </a:pPr>
              <a:endParaRPr lang="ko-KR" altLang="en-US"/>
            </a:p>
          </p:txBody>
        </p:sp>
      </p:grpSp>
      <p:sp>
        <p:nvSpPr>
          <p:cNvPr id="6" name="AutoShape 6"/>
          <p:cNvSpPr/>
          <p:nvPr/>
        </p:nvSpPr>
        <p:spPr>
          <a:xfrm>
            <a:off x="1875196" y="3192092"/>
            <a:ext cx="14537608" cy="0"/>
          </a:xfrm>
          <a:prstGeom prst="line">
            <a:avLst/>
          </a:prstGeom>
          <a:ln w="9525" cap="flat">
            <a:solidFill>
              <a:srgbClr val="7f90d4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737975" y="3415930"/>
            <a:ext cx="9096284" cy="5708866"/>
          </a:xfrm>
          <a:custGeom>
            <a:avLst/>
            <a:gdLst/>
            <a:rect l="l" t="t" r="r" b="b"/>
            <a:pathLst>
              <a:path w="9096284" h="5708866">
                <a:moveTo>
                  <a:pt x="0" y="0"/>
                </a:moveTo>
                <a:lnTo>
                  <a:pt x="9096284" y="0"/>
                </a:lnTo>
                <a:lnTo>
                  <a:pt x="9096284" y="5708865"/>
                </a:lnTo>
                <a:lnTo>
                  <a:pt x="0" y="5708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2014804" y="1694012"/>
            <a:ext cx="2525890" cy="131588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</a:t>
            </a:r>
            <a:r>
              <a:rPr lang="en-US" altLang="ko-KR" sz="7399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3</a:t>
            </a:r>
            <a:endParaRPr lang="en-US" altLang="ko-KR" sz="7399">
              <a:solidFill>
                <a:srgbClr val="7f90d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411099" y="1694012"/>
            <a:ext cx="8476101" cy="131588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ko-KR" altLang="en-US" sz="739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가속 모듈 기능</a:t>
            </a:r>
            <a:endParaRPr lang="ko-KR" altLang="en-US" sz="7399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008608" y="2333432"/>
            <a:ext cx="5248366" cy="52406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26"/>
              </a:lnSpc>
              <a:spcBef>
                <a:spcPct val="0"/>
              </a:spcBef>
              <a:defRPr/>
            </a:pPr>
            <a:endParaRPr lang="en-US" sz="3019">
              <a:solidFill>
                <a:srgbClr val="54545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15" name=""/>
          <p:cNvSpPr/>
          <p:nvPr/>
        </p:nvSpPr>
        <p:spPr>
          <a:xfrm>
            <a:off x="4419600" y="6591300"/>
            <a:ext cx="1371600" cy="381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"/>
          <p:cNvSpPr/>
          <p:nvPr/>
        </p:nvSpPr>
        <p:spPr>
          <a:xfrm>
            <a:off x="4038600" y="6591300"/>
            <a:ext cx="304800" cy="381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"/>
          <p:cNvSpPr/>
          <p:nvPr/>
        </p:nvSpPr>
        <p:spPr>
          <a:xfrm>
            <a:off x="3657600" y="5905500"/>
            <a:ext cx="609600" cy="6096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"/>
          <p:cNvSpPr/>
          <p:nvPr/>
        </p:nvSpPr>
        <p:spPr>
          <a:xfrm>
            <a:off x="6705600" y="7048500"/>
            <a:ext cx="914400" cy="1143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"/>
          <p:cNvSpPr/>
          <p:nvPr/>
        </p:nvSpPr>
        <p:spPr>
          <a:xfrm>
            <a:off x="3429000" y="7048500"/>
            <a:ext cx="1066800" cy="1143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"/>
          <p:cNvSpPr/>
          <p:nvPr/>
        </p:nvSpPr>
        <p:spPr>
          <a:xfrm>
            <a:off x="5943600" y="7353300"/>
            <a:ext cx="457200" cy="381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" name=""/>
          <p:cNvSpPr/>
          <p:nvPr/>
        </p:nvSpPr>
        <p:spPr>
          <a:xfrm>
            <a:off x="5517420" y="6715720"/>
            <a:ext cx="18985" cy="138895"/>
          </a:xfrm>
          <a:custGeom>
            <a:avLst/>
            <a:gdLst>
              <a:gd name="connsiteX0" fmla="*/ 18986 w 18985"/>
              <a:gd name="connsiteY0" fmla="*/ -5151 h 138895"/>
              <a:gd name="connsiteX1" fmla="*/ 16604 w 18985"/>
              <a:gd name="connsiteY1" fmla="*/ 28186 h 138895"/>
              <a:gd name="connsiteX2" fmla="*/ 14223 w 18985"/>
              <a:gd name="connsiteY2" fmla="*/ 37711 h 138895"/>
              <a:gd name="connsiteX3" fmla="*/ 11842 w 18985"/>
              <a:gd name="connsiteY3" fmla="*/ 44855 h 138895"/>
              <a:gd name="connsiteX4" fmla="*/ 9461 w 18985"/>
              <a:gd name="connsiteY4" fmla="*/ 51998 h 138895"/>
              <a:gd name="connsiteX5" fmla="*/ 7079 w 18985"/>
              <a:gd name="connsiteY5" fmla="*/ 56761 h 138895"/>
              <a:gd name="connsiteX6" fmla="*/ 4698 w 18985"/>
              <a:gd name="connsiteY6" fmla="*/ 106767 h 138895"/>
              <a:gd name="connsiteX7" fmla="*/ 2317 w 18985"/>
              <a:gd name="connsiteY7" fmla="*/ 121055 h 138895"/>
              <a:gd name="connsiteX8" fmla="*/ -64 w 18985"/>
              <a:gd name="connsiteY8" fmla="*/ 142486 h 138895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85" h="138895">
                <a:moveTo>
                  <a:pt x="18986" y="-5151"/>
                </a:moveTo>
                <a:cubicBezTo>
                  <a:pt x="18827" y="-2928"/>
                  <a:pt x="16922" y="25328"/>
                  <a:pt x="16604" y="28186"/>
                </a:cubicBezTo>
                <a:cubicBezTo>
                  <a:pt x="16287" y="31044"/>
                  <a:pt x="14540" y="36600"/>
                  <a:pt x="14223" y="37711"/>
                </a:cubicBezTo>
                <a:cubicBezTo>
                  <a:pt x="13905" y="38822"/>
                  <a:pt x="12159" y="43902"/>
                  <a:pt x="11842" y="44855"/>
                </a:cubicBezTo>
                <a:cubicBezTo>
                  <a:pt x="11524" y="45807"/>
                  <a:pt x="9778" y="51205"/>
                  <a:pt x="9461" y="51998"/>
                </a:cubicBezTo>
                <a:cubicBezTo>
                  <a:pt x="9143" y="52792"/>
                  <a:pt x="7397" y="53110"/>
                  <a:pt x="7079" y="56761"/>
                </a:cubicBezTo>
                <a:cubicBezTo>
                  <a:pt x="6762" y="60412"/>
                  <a:pt x="5016" y="102480"/>
                  <a:pt x="4698" y="106767"/>
                </a:cubicBezTo>
                <a:cubicBezTo>
                  <a:pt x="4381" y="111053"/>
                  <a:pt x="2634" y="118674"/>
                  <a:pt x="2317" y="121055"/>
                </a:cubicBezTo>
                <a:cubicBezTo>
                  <a:pt x="1999" y="123436"/>
                  <a:pt x="95" y="141057"/>
                  <a:pt x="-64" y="14248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7" name=""/>
          <p:cNvSpPr/>
          <p:nvPr/>
        </p:nvSpPr>
        <p:spPr>
          <a:xfrm>
            <a:off x="5585218" y="6708576"/>
            <a:ext cx="108350" cy="169068"/>
          </a:xfrm>
          <a:custGeom>
            <a:avLst/>
            <a:gdLst>
              <a:gd name="connsiteX0" fmla="*/ 34531 w 108350"/>
              <a:gd name="connsiteY0" fmla="*/ 4373 h 169068"/>
              <a:gd name="connsiteX1" fmla="*/ 32150 w 108350"/>
              <a:gd name="connsiteY1" fmla="*/ 16280 h 169068"/>
              <a:gd name="connsiteX2" fmla="*/ 29769 w 108350"/>
              <a:gd name="connsiteY2" fmla="*/ 18661 h 169068"/>
              <a:gd name="connsiteX3" fmla="*/ 27387 w 108350"/>
              <a:gd name="connsiteY3" fmla="*/ 21042 h 169068"/>
              <a:gd name="connsiteX4" fmla="*/ 25007 w 108350"/>
              <a:gd name="connsiteY4" fmla="*/ 40092 h 169068"/>
              <a:gd name="connsiteX5" fmla="*/ 22625 w 108350"/>
              <a:gd name="connsiteY5" fmla="*/ 54380 h 169068"/>
              <a:gd name="connsiteX6" fmla="*/ 20244 w 108350"/>
              <a:gd name="connsiteY6" fmla="*/ 99623 h 169068"/>
              <a:gd name="connsiteX7" fmla="*/ 17863 w 108350"/>
              <a:gd name="connsiteY7" fmla="*/ 109149 h 169068"/>
              <a:gd name="connsiteX8" fmla="*/ 15481 w 108350"/>
              <a:gd name="connsiteY8" fmla="*/ 111530 h 169068"/>
              <a:gd name="connsiteX9" fmla="*/ 13100 w 108350"/>
              <a:gd name="connsiteY9" fmla="*/ 121055 h 169068"/>
              <a:gd name="connsiteX10" fmla="*/ 10719 w 108350"/>
              <a:gd name="connsiteY10" fmla="*/ 128199 h 169068"/>
              <a:gd name="connsiteX11" fmla="*/ 8337 w 108350"/>
              <a:gd name="connsiteY11" fmla="*/ 137723 h 169068"/>
              <a:gd name="connsiteX12" fmla="*/ 5956 w 108350"/>
              <a:gd name="connsiteY12" fmla="*/ 140105 h 169068"/>
              <a:gd name="connsiteX13" fmla="*/ 3575 w 108350"/>
              <a:gd name="connsiteY13" fmla="*/ 149630 h 169068"/>
              <a:gd name="connsiteX14" fmla="*/ 1194 w 108350"/>
              <a:gd name="connsiteY14" fmla="*/ 161536 h 169068"/>
              <a:gd name="connsiteX15" fmla="*/ 3575 w 108350"/>
              <a:gd name="connsiteY15" fmla="*/ 166299 h 169068"/>
              <a:gd name="connsiteX16" fmla="*/ 70250 w 108350"/>
              <a:gd name="connsiteY16" fmla="*/ 168680 h 169068"/>
              <a:gd name="connsiteX17" fmla="*/ 84537 w 108350"/>
              <a:gd name="connsiteY17" fmla="*/ 166299 h 169068"/>
              <a:gd name="connsiteX18" fmla="*/ 86919 w 108350"/>
              <a:gd name="connsiteY18" fmla="*/ 163917 h 169068"/>
              <a:gd name="connsiteX19" fmla="*/ 89300 w 108350"/>
              <a:gd name="connsiteY19" fmla="*/ 156773 h 169068"/>
              <a:gd name="connsiteX20" fmla="*/ 91681 w 108350"/>
              <a:gd name="connsiteY20" fmla="*/ 142486 h 169068"/>
              <a:gd name="connsiteX21" fmla="*/ 94063 w 108350"/>
              <a:gd name="connsiteY21" fmla="*/ 125817 h 169068"/>
              <a:gd name="connsiteX22" fmla="*/ 96444 w 108350"/>
              <a:gd name="connsiteY22" fmla="*/ 118673 h 169068"/>
              <a:gd name="connsiteX23" fmla="*/ 98825 w 108350"/>
              <a:gd name="connsiteY23" fmla="*/ 104386 h 169068"/>
              <a:gd name="connsiteX24" fmla="*/ 101207 w 108350"/>
              <a:gd name="connsiteY24" fmla="*/ 87717 h 169068"/>
              <a:gd name="connsiteX25" fmla="*/ 103587 w 108350"/>
              <a:gd name="connsiteY25" fmla="*/ 73430 h 169068"/>
              <a:gd name="connsiteX26" fmla="*/ 105969 w 108350"/>
              <a:gd name="connsiteY26" fmla="*/ 61523 h 169068"/>
              <a:gd name="connsiteX27" fmla="*/ 108350 w 108350"/>
              <a:gd name="connsiteY27" fmla="*/ 40092 h 169068"/>
              <a:gd name="connsiteX28" fmla="*/ 105969 w 108350"/>
              <a:gd name="connsiteY28" fmla="*/ 9136 h 169068"/>
              <a:gd name="connsiteX29" fmla="*/ 103587 w 108350"/>
              <a:gd name="connsiteY29" fmla="*/ 6755 h 169068"/>
              <a:gd name="connsiteX30" fmla="*/ 96444 w 108350"/>
              <a:gd name="connsiteY30" fmla="*/ 4373 h 169068"/>
              <a:gd name="connsiteX31" fmla="*/ 89300 w 108350"/>
              <a:gd name="connsiteY31" fmla="*/ 1992 h 169068"/>
              <a:gd name="connsiteX32" fmla="*/ 72631 w 108350"/>
              <a:gd name="connsiteY32" fmla="*/ -389 h 169068"/>
              <a:gd name="connsiteX33" fmla="*/ 34531 w 108350"/>
              <a:gd name="connsiteY33" fmla="*/ 4373 h 16906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08350" h="169068">
                <a:moveTo>
                  <a:pt x="34531" y="4373"/>
                </a:moveTo>
                <a:cubicBezTo>
                  <a:pt x="34373" y="5167"/>
                  <a:pt x="32467" y="15327"/>
                  <a:pt x="32150" y="16280"/>
                </a:cubicBezTo>
                <a:cubicBezTo>
                  <a:pt x="31833" y="17232"/>
                  <a:pt x="30086" y="18343"/>
                  <a:pt x="29769" y="18661"/>
                </a:cubicBezTo>
                <a:cubicBezTo>
                  <a:pt x="29451" y="18978"/>
                  <a:pt x="27705" y="19613"/>
                  <a:pt x="27387" y="21042"/>
                </a:cubicBezTo>
                <a:cubicBezTo>
                  <a:pt x="27070" y="22471"/>
                  <a:pt x="25325" y="37870"/>
                  <a:pt x="25007" y="40092"/>
                </a:cubicBezTo>
                <a:cubicBezTo>
                  <a:pt x="24689" y="42315"/>
                  <a:pt x="22943" y="50411"/>
                  <a:pt x="22625" y="54380"/>
                </a:cubicBezTo>
                <a:cubicBezTo>
                  <a:pt x="22307" y="58348"/>
                  <a:pt x="20561" y="95972"/>
                  <a:pt x="20244" y="99623"/>
                </a:cubicBezTo>
                <a:cubicBezTo>
                  <a:pt x="19927" y="103275"/>
                  <a:pt x="18180" y="108354"/>
                  <a:pt x="17863" y="109149"/>
                </a:cubicBezTo>
                <a:cubicBezTo>
                  <a:pt x="17545" y="109943"/>
                  <a:pt x="15799" y="110736"/>
                  <a:pt x="15481" y="111530"/>
                </a:cubicBezTo>
                <a:cubicBezTo>
                  <a:pt x="15164" y="112323"/>
                  <a:pt x="13417" y="119944"/>
                  <a:pt x="13100" y="121055"/>
                </a:cubicBezTo>
                <a:cubicBezTo>
                  <a:pt x="12783" y="122166"/>
                  <a:pt x="11036" y="127087"/>
                  <a:pt x="10719" y="128199"/>
                </a:cubicBezTo>
                <a:cubicBezTo>
                  <a:pt x="10401" y="129309"/>
                  <a:pt x="8655" y="136930"/>
                  <a:pt x="8337" y="137723"/>
                </a:cubicBezTo>
                <a:cubicBezTo>
                  <a:pt x="8020" y="138517"/>
                  <a:pt x="6274" y="139311"/>
                  <a:pt x="5956" y="140105"/>
                </a:cubicBezTo>
                <a:cubicBezTo>
                  <a:pt x="5638" y="140899"/>
                  <a:pt x="3893" y="148201"/>
                  <a:pt x="3575" y="149630"/>
                </a:cubicBezTo>
                <a:cubicBezTo>
                  <a:pt x="3256" y="151059"/>
                  <a:pt x="1194" y="160425"/>
                  <a:pt x="1194" y="161536"/>
                </a:cubicBezTo>
                <a:cubicBezTo>
                  <a:pt x="1194" y="162647"/>
                  <a:pt x="-1029" y="165822"/>
                  <a:pt x="3575" y="166299"/>
                </a:cubicBezTo>
                <a:cubicBezTo>
                  <a:pt x="8178" y="166775"/>
                  <a:pt x="64852" y="168680"/>
                  <a:pt x="70250" y="168680"/>
                </a:cubicBezTo>
                <a:cubicBezTo>
                  <a:pt x="75648" y="168680"/>
                  <a:pt x="83426" y="166616"/>
                  <a:pt x="84537" y="166299"/>
                </a:cubicBezTo>
                <a:cubicBezTo>
                  <a:pt x="85649" y="165981"/>
                  <a:pt x="86601" y="164552"/>
                  <a:pt x="86919" y="163917"/>
                </a:cubicBezTo>
                <a:cubicBezTo>
                  <a:pt x="87236" y="163283"/>
                  <a:pt x="88983" y="158202"/>
                  <a:pt x="89300" y="156773"/>
                </a:cubicBezTo>
                <a:cubicBezTo>
                  <a:pt x="89617" y="155345"/>
                  <a:pt x="91364" y="144550"/>
                  <a:pt x="91681" y="142486"/>
                </a:cubicBezTo>
                <a:cubicBezTo>
                  <a:pt x="91999" y="140422"/>
                  <a:pt x="93745" y="127405"/>
                  <a:pt x="94063" y="125817"/>
                </a:cubicBezTo>
                <a:cubicBezTo>
                  <a:pt x="94380" y="124229"/>
                  <a:pt x="96127" y="120103"/>
                  <a:pt x="96444" y="118673"/>
                </a:cubicBezTo>
                <a:cubicBezTo>
                  <a:pt x="96761" y="117245"/>
                  <a:pt x="98507" y="106450"/>
                  <a:pt x="98825" y="104386"/>
                </a:cubicBezTo>
                <a:cubicBezTo>
                  <a:pt x="99143" y="102322"/>
                  <a:pt x="100889" y="89781"/>
                  <a:pt x="101207" y="87717"/>
                </a:cubicBezTo>
                <a:cubicBezTo>
                  <a:pt x="101525" y="85654"/>
                  <a:pt x="103270" y="75176"/>
                  <a:pt x="103587" y="73430"/>
                </a:cubicBezTo>
                <a:cubicBezTo>
                  <a:pt x="103905" y="71683"/>
                  <a:pt x="105651" y="63746"/>
                  <a:pt x="105969" y="61523"/>
                </a:cubicBezTo>
                <a:cubicBezTo>
                  <a:pt x="106286" y="59301"/>
                  <a:pt x="108350" y="43585"/>
                  <a:pt x="108350" y="40092"/>
                </a:cubicBezTo>
                <a:cubicBezTo>
                  <a:pt x="108350" y="36600"/>
                  <a:pt x="106286" y="11359"/>
                  <a:pt x="105969" y="9136"/>
                </a:cubicBezTo>
                <a:cubicBezTo>
                  <a:pt x="105651" y="6913"/>
                  <a:pt x="104223" y="7072"/>
                  <a:pt x="103587" y="6755"/>
                </a:cubicBezTo>
                <a:cubicBezTo>
                  <a:pt x="102953" y="6437"/>
                  <a:pt x="97396" y="4691"/>
                  <a:pt x="96444" y="4373"/>
                </a:cubicBezTo>
                <a:cubicBezTo>
                  <a:pt x="95491" y="4056"/>
                  <a:pt x="90888" y="2310"/>
                  <a:pt x="89300" y="1992"/>
                </a:cubicBezTo>
                <a:cubicBezTo>
                  <a:pt x="87713" y="1674"/>
                  <a:pt x="76759" y="-230"/>
                  <a:pt x="72631" y="-389"/>
                </a:cubicBezTo>
                <a:cubicBezTo>
                  <a:pt x="68504" y="-548"/>
                  <a:pt x="30404" y="-389"/>
                  <a:pt x="34531" y="4373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8" name=""/>
          <p:cNvSpPr/>
          <p:nvPr/>
        </p:nvSpPr>
        <p:spPr>
          <a:xfrm>
            <a:off x="4199929" y="6647071"/>
            <a:ext cx="34759" cy="199022"/>
          </a:xfrm>
          <a:custGeom>
            <a:avLst/>
            <a:gdLst>
              <a:gd name="connsiteX0" fmla="*/ 30036 w 34759"/>
              <a:gd name="connsiteY0" fmla="*/ -4261 h 199022"/>
              <a:gd name="connsiteX1" fmla="*/ 34366 w 34759"/>
              <a:gd name="connsiteY1" fmla="*/ 17386 h 199022"/>
              <a:gd name="connsiteX2" fmla="*/ 30036 w 34759"/>
              <a:gd name="connsiteY2" fmla="*/ 21716 h 199022"/>
              <a:gd name="connsiteX3" fmla="*/ 30036 w 34759"/>
              <a:gd name="connsiteY3" fmla="*/ 47694 h 199022"/>
              <a:gd name="connsiteX4" fmla="*/ 25707 w 34759"/>
              <a:gd name="connsiteY4" fmla="*/ 52024 h 199022"/>
              <a:gd name="connsiteX5" fmla="*/ 21377 w 34759"/>
              <a:gd name="connsiteY5" fmla="*/ 82330 h 199022"/>
              <a:gd name="connsiteX6" fmla="*/ 17048 w 34759"/>
              <a:gd name="connsiteY6" fmla="*/ 90989 h 199022"/>
              <a:gd name="connsiteX7" fmla="*/ 12718 w 34759"/>
              <a:gd name="connsiteY7" fmla="*/ 108307 h 199022"/>
              <a:gd name="connsiteX8" fmla="*/ 8388 w 34759"/>
              <a:gd name="connsiteY8" fmla="*/ 129956 h 199022"/>
              <a:gd name="connsiteX9" fmla="*/ 4059 w 34759"/>
              <a:gd name="connsiteY9" fmla="*/ 147274 h 199022"/>
              <a:gd name="connsiteX10" fmla="*/ -270 w 34759"/>
              <a:gd name="connsiteY10" fmla="*/ 164592 h 199022"/>
              <a:gd name="connsiteX11" fmla="*/ -270 w 34759"/>
              <a:gd name="connsiteY11" fmla="*/ 203557 h 19902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759" h="199022">
                <a:moveTo>
                  <a:pt x="30036" y="-4261"/>
                </a:moveTo>
                <a:cubicBezTo>
                  <a:pt x="30325" y="-2817"/>
                  <a:pt x="34366" y="15654"/>
                  <a:pt x="34366" y="17386"/>
                </a:cubicBezTo>
                <a:cubicBezTo>
                  <a:pt x="34366" y="19118"/>
                  <a:pt x="30325" y="19696"/>
                  <a:pt x="30036" y="21716"/>
                </a:cubicBezTo>
                <a:cubicBezTo>
                  <a:pt x="29748" y="23736"/>
                  <a:pt x="30325" y="45673"/>
                  <a:pt x="30036" y="47694"/>
                </a:cubicBezTo>
                <a:cubicBezTo>
                  <a:pt x="29748" y="49715"/>
                  <a:pt x="26284" y="49714"/>
                  <a:pt x="25707" y="52024"/>
                </a:cubicBezTo>
                <a:cubicBezTo>
                  <a:pt x="25130" y="54332"/>
                  <a:pt x="21954" y="79733"/>
                  <a:pt x="21377" y="82330"/>
                </a:cubicBezTo>
                <a:cubicBezTo>
                  <a:pt x="20800" y="84928"/>
                  <a:pt x="17625" y="89257"/>
                  <a:pt x="17048" y="90989"/>
                </a:cubicBezTo>
                <a:cubicBezTo>
                  <a:pt x="16470" y="92721"/>
                  <a:pt x="13295" y="105709"/>
                  <a:pt x="12718" y="108307"/>
                </a:cubicBezTo>
                <a:cubicBezTo>
                  <a:pt x="12140" y="110906"/>
                  <a:pt x="8965" y="127358"/>
                  <a:pt x="8388" y="129956"/>
                </a:cubicBezTo>
                <a:cubicBezTo>
                  <a:pt x="7811" y="132554"/>
                  <a:pt x="4636" y="144965"/>
                  <a:pt x="4059" y="147274"/>
                </a:cubicBezTo>
                <a:cubicBezTo>
                  <a:pt x="3482" y="149582"/>
                  <a:pt x="18" y="160839"/>
                  <a:pt x="-270" y="164592"/>
                </a:cubicBezTo>
                <a:cubicBezTo>
                  <a:pt x="-559" y="168344"/>
                  <a:pt x="-270" y="200959"/>
                  <a:pt x="-270" y="20355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9" name=""/>
          <p:cNvSpPr/>
          <p:nvPr/>
        </p:nvSpPr>
        <p:spPr>
          <a:xfrm>
            <a:off x="7403901" y="8010918"/>
            <a:ext cx="125752" cy="100214"/>
          </a:xfrm>
          <a:custGeom>
            <a:avLst/>
            <a:gdLst>
              <a:gd name="connsiteX0" fmla="*/ 21268 w 125752"/>
              <a:gd name="connsiteY0" fmla="*/ 13018 h 100214"/>
              <a:gd name="connsiteX1" fmla="*/ -379 w 125752"/>
              <a:gd name="connsiteY1" fmla="*/ 17347 h 100214"/>
              <a:gd name="connsiteX2" fmla="*/ 3951 w 125752"/>
              <a:gd name="connsiteY2" fmla="*/ 56313 h 100214"/>
              <a:gd name="connsiteX3" fmla="*/ 8280 w 125752"/>
              <a:gd name="connsiteY3" fmla="*/ 69302 h 100214"/>
              <a:gd name="connsiteX4" fmla="*/ 12610 w 125752"/>
              <a:gd name="connsiteY4" fmla="*/ 77961 h 100214"/>
              <a:gd name="connsiteX5" fmla="*/ 16940 w 125752"/>
              <a:gd name="connsiteY5" fmla="*/ 82290 h 100214"/>
              <a:gd name="connsiteX6" fmla="*/ 21268 w 125752"/>
              <a:gd name="connsiteY6" fmla="*/ 86619 h 100214"/>
              <a:gd name="connsiteX7" fmla="*/ 25598 w 125752"/>
              <a:gd name="connsiteY7" fmla="*/ 90949 h 100214"/>
              <a:gd name="connsiteX8" fmla="*/ 29928 w 125752"/>
              <a:gd name="connsiteY8" fmla="*/ 95279 h 100214"/>
              <a:gd name="connsiteX9" fmla="*/ 42916 w 125752"/>
              <a:gd name="connsiteY9" fmla="*/ 90949 h 100214"/>
              <a:gd name="connsiteX10" fmla="*/ 47246 w 125752"/>
              <a:gd name="connsiteY10" fmla="*/ 86619 h 100214"/>
              <a:gd name="connsiteX11" fmla="*/ 51576 w 125752"/>
              <a:gd name="connsiteY11" fmla="*/ 77961 h 100214"/>
              <a:gd name="connsiteX12" fmla="*/ 55904 w 125752"/>
              <a:gd name="connsiteY12" fmla="*/ 56313 h 100214"/>
              <a:gd name="connsiteX13" fmla="*/ 51576 w 125752"/>
              <a:gd name="connsiteY13" fmla="*/ 17347 h 100214"/>
              <a:gd name="connsiteX14" fmla="*/ 42916 w 125752"/>
              <a:gd name="connsiteY14" fmla="*/ 21677 h 100214"/>
              <a:gd name="connsiteX15" fmla="*/ 38587 w 125752"/>
              <a:gd name="connsiteY15" fmla="*/ 26007 h 100214"/>
              <a:gd name="connsiteX16" fmla="*/ 38587 w 125752"/>
              <a:gd name="connsiteY16" fmla="*/ 30336 h 100214"/>
              <a:gd name="connsiteX17" fmla="*/ 34257 w 125752"/>
              <a:gd name="connsiteY17" fmla="*/ 34665 h 100214"/>
              <a:gd name="connsiteX18" fmla="*/ 38587 w 125752"/>
              <a:gd name="connsiteY18" fmla="*/ 90949 h 100214"/>
              <a:gd name="connsiteX19" fmla="*/ 42916 w 125752"/>
              <a:gd name="connsiteY19" fmla="*/ 95279 h 100214"/>
              <a:gd name="connsiteX20" fmla="*/ 47246 w 125752"/>
              <a:gd name="connsiteY20" fmla="*/ 99609 h 100214"/>
              <a:gd name="connsiteX21" fmla="*/ 94871 w 125752"/>
              <a:gd name="connsiteY21" fmla="*/ 99609 h 100214"/>
              <a:gd name="connsiteX22" fmla="*/ 99201 w 125752"/>
              <a:gd name="connsiteY22" fmla="*/ 95279 h 100214"/>
              <a:gd name="connsiteX23" fmla="*/ 103530 w 125752"/>
              <a:gd name="connsiteY23" fmla="*/ 90949 h 100214"/>
              <a:gd name="connsiteX24" fmla="*/ 112190 w 125752"/>
              <a:gd name="connsiteY24" fmla="*/ 86619 h 100214"/>
              <a:gd name="connsiteX25" fmla="*/ 116518 w 125752"/>
              <a:gd name="connsiteY25" fmla="*/ 82290 h 100214"/>
              <a:gd name="connsiteX26" fmla="*/ 120848 w 125752"/>
              <a:gd name="connsiteY26" fmla="*/ 77961 h 100214"/>
              <a:gd name="connsiteX27" fmla="*/ 125178 w 125752"/>
              <a:gd name="connsiteY27" fmla="*/ 73631 h 100214"/>
              <a:gd name="connsiteX28" fmla="*/ 120848 w 125752"/>
              <a:gd name="connsiteY28" fmla="*/ 34665 h 100214"/>
              <a:gd name="connsiteX29" fmla="*/ 116518 w 125752"/>
              <a:gd name="connsiteY29" fmla="*/ 30336 h 100214"/>
              <a:gd name="connsiteX30" fmla="*/ 107860 w 125752"/>
              <a:gd name="connsiteY30" fmla="*/ 26007 h 100214"/>
              <a:gd name="connsiteX31" fmla="*/ 99201 w 125752"/>
              <a:gd name="connsiteY31" fmla="*/ 21677 h 100214"/>
              <a:gd name="connsiteX32" fmla="*/ 68894 w 125752"/>
              <a:gd name="connsiteY32" fmla="*/ 26007 h 100214"/>
              <a:gd name="connsiteX33" fmla="*/ 64564 w 125752"/>
              <a:gd name="connsiteY33" fmla="*/ 30336 h 100214"/>
              <a:gd name="connsiteX34" fmla="*/ 60234 w 125752"/>
              <a:gd name="connsiteY34" fmla="*/ 34665 h 100214"/>
              <a:gd name="connsiteX35" fmla="*/ 55904 w 125752"/>
              <a:gd name="connsiteY35" fmla="*/ 38995 h 100214"/>
              <a:gd name="connsiteX36" fmla="*/ 55904 w 125752"/>
              <a:gd name="connsiteY36" fmla="*/ 69302 h 100214"/>
              <a:gd name="connsiteX37" fmla="*/ 60234 w 125752"/>
              <a:gd name="connsiteY37" fmla="*/ 73631 h 100214"/>
              <a:gd name="connsiteX38" fmla="*/ 64564 w 125752"/>
              <a:gd name="connsiteY38" fmla="*/ 77961 h 100214"/>
              <a:gd name="connsiteX39" fmla="*/ 68894 w 125752"/>
              <a:gd name="connsiteY39" fmla="*/ 82290 h 100214"/>
              <a:gd name="connsiteX40" fmla="*/ 81882 w 125752"/>
              <a:gd name="connsiteY40" fmla="*/ 77961 h 100214"/>
              <a:gd name="connsiteX41" fmla="*/ 90542 w 125752"/>
              <a:gd name="connsiteY41" fmla="*/ 73631 h 100214"/>
              <a:gd name="connsiteX42" fmla="*/ 94871 w 125752"/>
              <a:gd name="connsiteY42" fmla="*/ 73631 h 100214"/>
              <a:gd name="connsiteX43" fmla="*/ 99201 w 125752"/>
              <a:gd name="connsiteY43" fmla="*/ 69302 h 100214"/>
              <a:gd name="connsiteX44" fmla="*/ 103530 w 125752"/>
              <a:gd name="connsiteY44" fmla="*/ 64972 h 100214"/>
              <a:gd name="connsiteX45" fmla="*/ 107860 w 125752"/>
              <a:gd name="connsiteY45" fmla="*/ 60643 h 100214"/>
              <a:gd name="connsiteX46" fmla="*/ 112190 w 125752"/>
              <a:gd name="connsiteY46" fmla="*/ 56313 h 100214"/>
              <a:gd name="connsiteX47" fmla="*/ 112190 w 125752"/>
              <a:gd name="connsiteY47" fmla="*/ 30336 h 100214"/>
              <a:gd name="connsiteX48" fmla="*/ 107860 w 125752"/>
              <a:gd name="connsiteY48" fmla="*/ 26007 h 100214"/>
              <a:gd name="connsiteX49" fmla="*/ 103530 w 125752"/>
              <a:gd name="connsiteY49" fmla="*/ 21677 h 100214"/>
              <a:gd name="connsiteX50" fmla="*/ 99201 w 125752"/>
              <a:gd name="connsiteY50" fmla="*/ 17347 h 100214"/>
              <a:gd name="connsiteX51" fmla="*/ 81882 w 125752"/>
              <a:gd name="connsiteY51" fmla="*/ 13018 h 100214"/>
              <a:gd name="connsiteX52" fmla="*/ 51576 w 125752"/>
              <a:gd name="connsiteY52" fmla="*/ 17347 h 100214"/>
              <a:gd name="connsiteX53" fmla="*/ 47246 w 125752"/>
              <a:gd name="connsiteY53" fmla="*/ 21677 h 100214"/>
              <a:gd name="connsiteX54" fmla="*/ 51576 w 125752"/>
              <a:gd name="connsiteY54" fmla="*/ 73631 h 100214"/>
              <a:gd name="connsiteX55" fmla="*/ 55904 w 125752"/>
              <a:gd name="connsiteY55" fmla="*/ 77961 h 100214"/>
              <a:gd name="connsiteX56" fmla="*/ 60234 w 125752"/>
              <a:gd name="connsiteY56" fmla="*/ 82290 h 100214"/>
              <a:gd name="connsiteX57" fmla="*/ 64564 w 125752"/>
              <a:gd name="connsiteY57" fmla="*/ 77961 h 100214"/>
              <a:gd name="connsiteX58" fmla="*/ 68894 w 125752"/>
              <a:gd name="connsiteY58" fmla="*/ 73631 h 100214"/>
              <a:gd name="connsiteX59" fmla="*/ 64564 w 125752"/>
              <a:gd name="connsiteY59" fmla="*/ 34665 h 100214"/>
              <a:gd name="connsiteX60" fmla="*/ 60234 w 125752"/>
              <a:gd name="connsiteY60" fmla="*/ 30336 h 100214"/>
              <a:gd name="connsiteX61" fmla="*/ 55904 w 125752"/>
              <a:gd name="connsiteY61" fmla="*/ 26007 h 100214"/>
              <a:gd name="connsiteX62" fmla="*/ 51576 w 125752"/>
              <a:gd name="connsiteY62" fmla="*/ 21677 h 100214"/>
              <a:gd name="connsiteX63" fmla="*/ 47246 w 125752"/>
              <a:gd name="connsiteY63" fmla="*/ 17347 h 100214"/>
              <a:gd name="connsiteX64" fmla="*/ 38587 w 125752"/>
              <a:gd name="connsiteY64" fmla="*/ 13018 h 100214"/>
              <a:gd name="connsiteX65" fmla="*/ 12610 w 125752"/>
              <a:gd name="connsiteY65" fmla="*/ 17347 h 100214"/>
              <a:gd name="connsiteX66" fmla="*/ 12610 w 125752"/>
              <a:gd name="connsiteY66" fmla="*/ 60643 h 100214"/>
              <a:gd name="connsiteX67" fmla="*/ 16940 w 125752"/>
              <a:gd name="connsiteY67" fmla="*/ 64972 h 100214"/>
              <a:gd name="connsiteX68" fmla="*/ 21268 w 125752"/>
              <a:gd name="connsiteY68" fmla="*/ 69302 h 100214"/>
              <a:gd name="connsiteX69" fmla="*/ 25598 w 125752"/>
              <a:gd name="connsiteY69" fmla="*/ 73631 h 100214"/>
              <a:gd name="connsiteX70" fmla="*/ 29928 w 125752"/>
              <a:gd name="connsiteY70" fmla="*/ 77961 h 100214"/>
              <a:gd name="connsiteX71" fmla="*/ 34257 w 125752"/>
              <a:gd name="connsiteY71" fmla="*/ 82290 h 100214"/>
              <a:gd name="connsiteX72" fmla="*/ 42916 w 125752"/>
              <a:gd name="connsiteY72" fmla="*/ 86619 h 100214"/>
              <a:gd name="connsiteX73" fmla="*/ 68894 w 125752"/>
              <a:gd name="connsiteY73" fmla="*/ 82290 h 100214"/>
              <a:gd name="connsiteX74" fmla="*/ 73224 w 125752"/>
              <a:gd name="connsiteY74" fmla="*/ 77961 h 100214"/>
              <a:gd name="connsiteX75" fmla="*/ 77553 w 125752"/>
              <a:gd name="connsiteY75" fmla="*/ 77961 h 100214"/>
              <a:gd name="connsiteX76" fmla="*/ 81882 w 125752"/>
              <a:gd name="connsiteY76" fmla="*/ 73631 h 100214"/>
              <a:gd name="connsiteX77" fmla="*/ 86212 w 125752"/>
              <a:gd name="connsiteY77" fmla="*/ 69302 h 100214"/>
              <a:gd name="connsiteX78" fmla="*/ 86212 w 125752"/>
              <a:gd name="connsiteY78" fmla="*/ 64972 h 100214"/>
              <a:gd name="connsiteX79" fmla="*/ 90542 w 125752"/>
              <a:gd name="connsiteY79" fmla="*/ 60643 h 100214"/>
              <a:gd name="connsiteX80" fmla="*/ 94871 w 125752"/>
              <a:gd name="connsiteY80" fmla="*/ 56313 h 100214"/>
              <a:gd name="connsiteX81" fmla="*/ 90542 w 125752"/>
              <a:gd name="connsiteY81" fmla="*/ 21677 h 100214"/>
              <a:gd name="connsiteX82" fmla="*/ 90542 w 125752"/>
              <a:gd name="connsiteY82" fmla="*/ 17347 h 100214"/>
              <a:gd name="connsiteX83" fmla="*/ 86212 w 125752"/>
              <a:gd name="connsiteY83" fmla="*/ 13018 h 100214"/>
              <a:gd name="connsiteX84" fmla="*/ 81882 w 125752"/>
              <a:gd name="connsiteY84" fmla="*/ 8689 h 100214"/>
              <a:gd name="connsiteX85" fmla="*/ 73224 w 125752"/>
              <a:gd name="connsiteY85" fmla="*/ 4359 h 100214"/>
              <a:gd name="connsiteX86" fmla="*/ 51576 w 125752"/>
              <a:gd name="connsiteY86" fmla="*/ 8689 h 100214"/>
              <a:gd name="connsiteX87" fmla="*/ 42916 w 125752"/>
              <a:gd name="connsiteY87" fmla="*/ 8689 h 100214"/>
              <a:gd name="connsiteX88" fmla="*/ 38587 w 125752"/>
              <a:gd name="connsiteY88" fmla="*/ 13018 h 100214"/>
              <a:gd name="connsiteX89" fmla="*/ 34257 w 125752"/>
              <a:gd name="connsiteY89" fmla="*/ 17347 h 100214"/>
              <a:gd name="connsiteX90" fmla="*/ 29928 w 125752"/>
              <a:gd name="connsiteY90" fmla="*/ 21677 h 100214"/>
              <a:gd name="connsiteX91" fmla="*/ 25598 w 125752"/>
              <a:gd name="connsiteY91" fmla="*/ 30336 h 100214"/>
              <a:gd name="connsiteX92" fmla="*/ 21268 w 125752"/>
              <a:gd name="connsiteY92" fmla="*/ 51983 h 100214"/>
              <a:gd name="connsiteX93" fmla="*/ 21268 w 125752"/>
              <a:gd name="connsiteY93" fmla="*/ 73631 h 100214"/>
              <a:gd name="connsiteX94" fmla="*/ 25598 w 125752"/>
              <a:gd name="connsiteY94" fmla="*/ 77961 h 100214"/>
              <a:gd name="connsiteX95" fmla="*/ 29928 w 125752"/>
              <a:gd name="connsiteY95" fmla="*/ 82290 h 100214"/>
              <a:gd name="connsiteX96" fmla="*/ 34257 w 125752"/>
              <a:gd name="connsiteY96" fmla="*/ 86619 h 100214"/>
              <a:gd name="connsiteX97" fmla="*/ 38587 w 125752"/>
              <a:gd name="connsiteY97" fmla="*/ 90949 h 100214"/>
              <a:gd name="connsiteX98" fmla="*/ 47246 w 125752"/>
              <a:gd name="connsiteY98" fmla="*/ 95279 h 100214"/>
              <a:gd name="connsiteX99" fmla="*/ 86212 w 125752"/>
              <a:gd name="connsiteY99" fmla="*/ 90949 h 100214"/>
              <a:gd name="connsiteX100" fmla="*/ 90542 w 125752"/>
              <a:gd name="connsiteY100" fmla="*/ 86619 h 100214"/>
              <a:gd name="connsiteX101" fmla="*/ 94871 w 125752"/>
              <a:gd name="connsiteY101" fmla="*/ 77961 h 100214"/>
              <a:gd name="connsiteX102" fmla="*/ 90542 w 125752"/>
              <a:gd name="connsiteY102" fmla="*/ 47654 h 100214"/>
              <a:gd name="connsiteX103" fmla="*/ 86212 w 125752"/>
              <a:gd name="connsiteY103" fmla="*/ 30336 h 100214"/>
              <a:gd name="connsiteX104" fmla="*/ 81882 w 125752"/>
              <a:gd name="connsiteY104" fmla="*/ 17347 h 100214"/>
              <a:gd name="connsiteX105" fmla="*/ 77553 w 125752"/>
              <a:gd name="connsiteY105" fmla="*/ 13018 h 100214"/>
              <a:gd name="connsiteX106" fmla="*/ 73224 w 125752"/>
              <a:gd name="connsiteY106" fmla="*/ 8689 h 100214"/>
              <a:gd name="connsiteX107" fmla="*/ 68894 w 125752"/>
              <a:gd name="connsiteY107" fmla="*/ 4359 h 100214"/>
              <a:gd name="connsiteX108" fmla="*/ 64564 w 125752"/>
              <a:gd name="connsiteY108" fmla="*/ 29 h 100214"/>
              <a:gd name="connsiteX109" fmla="*/ 38587 w 125752"/>
              <a:gd name="connsiteY109" fmla="*/ 4359 h 100214"/>
              <a:gd name="connsiteX110" fmla="*/ 34257 w 125752"/>
              <a:gd name="connsiteY110" fmla="*/ 8689 h 100214"/>
              <a:gd name="connsiteX111" fmla="*/ 29928 w 125752"/>
              <a:gd name="connsiteY111" fmla="*/ 13018 h 100214"/>
              <a:gd name="connsiteX112" fmla="*/ 25598 w 125752"/>
              <a:gd name="connsiteY112" fmla="*/ 17347 h 100214"/>
              <a:gd name="connsiteX113" fmla="*/ 21268 w 125752"/>
              <a:gd name="connsiteY113" fmla="*/ 43325 h 100214"/>
              <a:gd name="connsiteX114" fmla="*/ 21268 w 125752"/>
              <a:gd name="connsiteY114" fmla="*/ 69302 h 100214"/>
              <a:gd name="connsiteX115" fmla="*/ 25598 w 125752"/>
              <a:gd name="connsiteY115" fmla="*/ 73631 h 100214"/>
              <a:gd name="connsiteX116" fmla="*/ 29928 w 125752"/>
              <a:gd name="connsiteY116" fmla="*/ 82290 h 100214"/>
              <a:gd name="connsiteX117" fmla="*/ 34257 w 125752"/>
              <a:gd name="connsiteY117" fmla="*/ 86619 h 100214"/>
              <a:gd name="connsiteX118" fmla="*/ 38587 w 125752"/>
              <a:gd name="connsiteY118" fmla="*/ 90949 h 100214"/>
              <a:gd name="connsiteX119" fmla="*/ 81882 w 125752"/>
              <a:gd name="connsiteY119" fmla="*/ 90949 h 100214"/>
              <a:gd name="connsiteX120" fmla="*/ 86212 w 125752"/>
              <a:gd name="connsiteY120" fmla="*/ 86619 h 100214"/>
              <a:gd name="connsiteX121" fmla="*/ 90542 w 125752"/>
              <a:gd name="connsiteY121" fmla="*/ 82290 h 100214"/>
              <a:gd name="connsiteX122" fmla="*/ 94871 w 125752"/>
              <a:gd name="connsiteY122" fmla="*/ 77961 h 100214"/>
              <a:gd name="connsiteX123" fmla="*/ 99201 w 125752"/>
              <a:gd name="connsiteY123" fmla="*/ 64972 h 100214"/>
              <a:gd name="connsiteX124" fmla="*/ 94871 w 125752"/>
              <a:gd name="connsiteY124" fmla="*/ 38995 h 100214"/>
              <a:gd name="connsiteX125" fmla="*/ 90542 w 125752"/>
              <a:gd name="connsiteY125" fmla="*/ 34665 h 100214"/>
              <a:gd name="connsiteX126" fmla="*/ 86212 w 125752"/>
              <a:gd name="connsiteY126" fmla="*/ 30336 h 100214"/>
              <a:gd name="connsiteX127" fmla="*/ 81882 w 125752"/>
              <a:gd name="connsiteY127" fmla="*/ 21677 h 100214"/>
              <a:gd name="connsiteX128" fmla="*/ 77553 w 125752"/>
              <a:gd name="connsiteY128" fmla="*/ 17347 h 100214"/>
              <a:gd name="connsiteX129" fmla="*/ 73224 w 125752"/>
              <a:gd name="connsiteY129" fmla="*/ 13018 h 100214"/>
              <a:gd name="connsiteX130" fmla="*/ 68894 w 125752"/>
              <a:gd name="connsiteY130" fmla="*/ 8689 h 100214"/>
              <a:gd name="connsiteX131" fmla="*/ 64564 w 125752"/>
              <a:gd name="connsiteY131" fmla="*/ 4359 h 100214"/>
              <a:gd name="connsiteX132" fmla="*/ 47246 w 125752"/>
              <a:gd name="connsiteY132" fmla="*/ 4359 h 10021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125752" h="100214">
                <a:moveTo>
                  <a:pt x="21268" y="13018"/>
                </a:moveTo>
                <a:cubicBezTo>
                  <a:pt x="19825" y="13307"/>
                  <a:pt x="776" y="14461"/>
                  <a:pt x="-379" y="17347"/>
                </a:cubicBezTo>
                <a:cubicBezTo>
                  <a:pt x="-1533" y="20233"/>
                  <a:pt x="3374" y="52849"/>
                  <a:pt x="3951" y="56313"/>
                </a:cubicBezTo>
                <a:cubicBezTo>
                  <a:pt x="4528" y="59777"/>
                  <a:pt x="7702" y="67859"/>
                  <a:pt x="8280" y="69302"/>
                </a:cubicBezTo>
                <a:cubicBezTo>
                  <a:pt x="8857" y="70745"/>
                  <a:pt x="12032" y="77095"/>
                  <a:pt x="12610" y="77961"/>
                </a:cubicBezTo>
                <a:cubicBezTo>
                  <a:pt x="13187" y="78827"/>
                  <a:pt x="16363" y="81713"/>
                  <a:pt x="16940" y="82290"/>
                </a:cubicBezTo>
                <a:cubicBezTo>
                  <a:pt x="17516" y="82867"/>
                  <a:pt x="20691" y="86042"/>
                  <a:pt x="21268" y="86619"/>
                </a:cubicBezTo>
                <a:cubicBezTo>
                  <a:pt x="21846" y="87197"/>
                  <a:pt x="25022" y="90372"/>
                  <a:pt x="25598" y="90949"/>
                </a:cubicBezTo>
                <a:cubicBezTo>
                  <a:pt x="26175" y="91527"/>
                  <a:pt x="28773" y="95279"/>
                  <a:pt x="29928" y="95279"/>
                </a:cubicBezTo>
                <a:cubicBezTo>
                  <a:pt x="31082" y="95279"/>
                  <a:pt x="41762" y="91527"/>
                  <a:pt x="42916" y="90949"/>
                </a:cubicBezTo>
                <a:cubicBezTo>
                  <a:pt x="44070" y="90372"/>
                  <a:pt x="46668" y="87485"/>
                  <a:pt x="47246" y="86619"/>
                </a:cubicBezTo>
                <a:cubicBezTo>
                  <a:pt x="47823" y="85753"/>
                  <a:pt x="50998" y="79981"/>
                  <a:pt x="51576" y="77961"/>
                </a:cubicBezTo>
                <a:cubicBezTo>
                  <a:pt x="52153" y="75941"/>
                  <a:pt x="55904" y="60355"/>
                  <a:pt x="55904" y="56313"/>
                </a:cubicBezTo>
                <a:cubicBezTo>
                  <a:pt x="55904" y="52272"/>
                  <a:pt x="52442" y="19656"/>
                  <a:pt x="51576" y="17347"/>
                </a:cubicBezTo>
                <a:cubicBezTo>
                  <a:pt x="50710" y="15038"/>
                  <a:pt x="43782" y="21100"/>
                  <a:pt x="42916" y="21677"/>
                </a:cubicBezTo>
                <a:cubicBezTo>
                  <a:pt x="42051" y="22255"/>
                  <a:pt x="38876" y="25429"/>
                  <a:pt x="38587" y="26007"/>
                </a:cubicBezTo>
                <a:cubicBezTo>
                  <a:pt x="38299" y="26584"/>
                  <a:pt x="38876" y="29759"/>
                  <a:pt x="38587" y="30336"/>
                </a:cubicBezTo>
                <a:cubicBezTo>
                  <a:pt x="38298" y="30913"/>
                  <a:pt x="34257" y="30624"/>
                  <a:pt x="34257" y="34665"/>
                </a:cubicBezTo>
                <a:cubicBezTo>
                  <a:pt x="34257" y="38706"/>
                  <a:pt x="38010" y="86909"/>
                  <a:pt x="38587" y="90949"/>
                </a:cubicBezTo>
                <a:cubicBezTo>
                  <a:pt x="39164" y="94990"/>
                  <a:pt x="42339" y="94701"/>
                  <a:pt x="42916" y="95279"/>
                </a:cubicBezTo>
                <a:cubicBezTo>
                  <a:pt x="43494" y="95856"/>
                  <a:pt x="43782" y="99320"/>
                  <a:pt x="47246" y="99609"/>
                </a:cubicBezTo>
                <a:cubicBezTo>
                  <a:pt x="50710" y="99898"/>
                  <a:pt x="91407" y="99898"/>
                  <a:pt x="94871" y="99609"/>
                </a:cubicBezTo>
                <a:cubicBezTo>
                  <a:pt x="98334" y="99320"/>
                  <a:pt x="98624" y="95856"/>
                  <a:pt x="99201" y="95279"/>
                </a:cubicBezTo>
                <a:cubicBezTo>
                  <a:pt x="99778" y="94701"/>
                  <a:pt x="102664" y="91527"/>
                  <a:pt x="103530" y="90949"/>
                </a:cubicBezTo>
                <a:cubicBezTo>
                  <a:pt x="104396" y="90372"/>
                  <a:pt x="111324" y="87197"/>
                  <a:pt x="112190" y="86619"/>
                </a:cubicBezTo>
                <a:cubicBezTo>
                  <a:pt x="113055" y="86042"/>
                  <a:pt x="115941" y="82867"/>
                  <a:pt x="116518" y="82290"/>
                </a:cubicBezTo>
                <a:cubicBezTo>
                  <a:pt x="117096" y="81713"/>
                  <a:pt x="120271" y="78538"/>
                  <a:pt x="120848" y="77961"/>
                </a:cubicBezTo>
                <a:cubicBezTo>
                  <a:pt x="121426" y="77383"/>
                  <a:pt x="125178" y="76517"/>
                  <a:pt x="125178" y="73631"/>
                </a:cubicBezTo>
                <a:cubicBezTo>
                  <a:pt x="125178" y="70745"/>
                  <a:pt x="121426" y="37552"/>
                  <a:pt x="120848" y="34665"/>
                </a:cubicBezTo>
                <a:cubicBezTo>
                  <a:pt x="120271" y="31779"/>
                  <a:pt x="117384" y="30913"/>
                  <a:pt x="116518" y="30336"/>
                </a:cubicBezTo>
                <a:cubicBezTo>
                  <a:pt x="115652" y="29759"/>
                  <a:pt x="109014" y="26584"/>
                  <a:pt x="107860" y="26007"/>
                </a:cubicBezTo>
                <a:cubicBezTo>
                  <a:pt x="106705" y="25429"/>
                  <a:pt x="101798" y="21677"/>
                  <a:pt x="99201" y="21677"/>
                </a:cubicBezTo>
                <a:cubicBezTo>
                  <a:pt x="96603" y="21677"/>
                  <a:pt x="71203" y="25429"/>
                  <a:pt x="68894" y="26007"/>
                </a:cubicBezTo>
                <a:cubicBezTo>
                  <a:pt x="66585" y="26584"/>
                  <a:pt x="65142" y="29759"/>
                  <a:pt x="64564" y="30336"/>
                </a:cubicBezTo>
                <a:cubicBezTo>
                  <a:pt x="63987" y="30913"/>
                  <a:pt x="60812" y="34088"/>
                  <a:pt x="60234" y="34665"/>
                </a:cubicBezTo>
                <a:cubicBezTo>
                  <a:pt x="59657" y="35243"/>
                  <a:pt x="56194" y="36685"/>
                  <a:pt x="55904" y="38995"/>
                </a:cubicBezTo>
                <a:cubicBezTo>
                  <a:pt x="55616" y="41304"/>
                  <a:pt x="55616" y="66993"/>
                  <a:pt x="55904" y="69302"/>
                </a:cubicBezTo>
                <a:cubicBezTo>
                  <a:pt x="56194" y="71611"/>
                  <a:pt x="59657" y="73054"/>
                  <a:pt x="60234" y="73631"/>
                </a:cubicBezTo>
                <a:cubicBezTo>
                  <a:pt x="60812" y="74209"/>
                  <a:pt x="63987" y="77383"/>
                  <a:pt x="64564" y="77961"/>
                </a:cubicBezTo>
                <a:cubicBezTo>
                  <a:pt x="65142" y="78538"/>
                  <a:pt x="67740" y="82289"/>
                  <a:pt x="68894" y="82290"/>
                </a:cubicBezTo>
                <a:cubicBezTo>
                  <a:pt x="70048" y="82291"/>
                  <a:pt x="80439" y="78538"/>
                  <a:pt x="81882" y="77961"/>
                </a:cubicBezTo>
                <a:cubicBezTo>
                  <a:pt x="83325" y="77383"/>
                  <a:pt x="89675" y="73920"/>
                  <a:pt x="90542" y="73631"/>
                </a:cubicBezTo>
                <a:cubicBezTo>
                  <a:pt x="91408" y="73343"/>
                  <a:pt x="94294" y="73920"/>
                  <a:pt x="94871" y="73631"/>
                </a:cubicBezTo>
                <a:cubicBezTo>
                  <a:pt x="95448" y="73343"/>
                  <a:pt x="98624" y="69879"/>
                  <a:pt x="99201" y="69302"/>
                </a:cubicBezTo>
                <a:cubicBezTo>
                  <a:pt x="99778" y="68725"/>
                  <a:pt x="102952" y="65549"/>
                  <a:pt x="103530" y="64972"/>
                </a:cubicBezTo>
                <a:cubicBezTo>
                  <a:pt x="104107" y="64395"/>
                  <a:pt x="107282" y="61220"/>
                  <a:pt x="107860" y="60643"/>
                </a:cubicBezTo>
                <a:cubicBezTo>
                  <a:pt x="108437" y="60065"/>
                  <a:pt x="111900" y="58334"/>
                  <a:pt x="112190" y="56313"/>
                </a:cubicBezTo>
                <a:cubicBezTo>
                  <a:pt x="112478" y="54293"/>
                  <a:pt x="112478" y="32356"/>
                  <a:pt x="112190" y="30336"/>
                </a:cubicBezTo>
                <a:cubicBezTo>
                  <a:pt x="111900" y="28315"/>
                  <a:pt x="108437" y="26584"/>
                  <a:pt x="107860" y="26007"/>
                </a:cubicBezTo>
                <a:cubicBezTo>
                  <a:pt x="107282" y="25429"/>
                  <a:pt x="104107" y="22255"/>
                  <a:pt x="103530" y="21677"/>
                </a:cubicBezTo>
                <a:cubicBezTo>
                  <a:pt x="102952" y="21100"/>
                  <a:pt x="100644" y="17925"/>
                  <a:pt x="99201" y="17347"/>
                </a:cubicBezTo>
                <a:cubicBezTo>
                  <a:pt x="97757" y="16770"/>
                  <a:pt x="85057" y="13018"/>
                  <a:pt x="81882" y="13018"/>
                </a:cubicBezTo>
                <a:cubicBezTo>
                  <a:pt x="78707" y="13018"/>
                  <a:pt x="53885" y="16770"/>
                  <a:pt x="51576" y="17347"/>
                </a:cubicBezTo>
                <a:cubicBezTo>
                  <a:pt x="49266" y="17925"/>
                  <a:pt x="47246" y="17925"/>
                  <a:pt x="47246" y="21677"/>
                </a:cubicBezTo>
                <a:cubicBezTo>
                  <a:pt x="47246" y="25429"/>
                  <a:pt x="50998" y="69879"/>
                  <a:pt x="51576" y="73631"/>
                </a:cubicBezTo>
                <a:cubicBezTo>
                  <a:pt x="52153" y="77384"/>
                  <a:pt x="55327" y="77383"/>
                  <a:pt x="55904" y="77961"/>
                </a:cubicBezTo>
                <a:cubicBezTo>
                  <a:pt x="56482" y="78538"/>
                  <a:pt x="59657" y="82289"/>
                  <a:pt x="60234" y="82290"/>
                </a:cubicBezTo>
                <a:cubicBezTo>
                  <a:pt x="60812" y="82291"/>
                  <a:pt x="63987" y="78538"/>
                  <a:pt x="64564" y="77961"/>
                </a:cubicBezTo>
                <a:cubicBezTo>
                  <a:pt x="65142" y="77383"/>
                  <a:pt x="68894" y="76517"/>
                  <a:pt x="68894" y="73631"/>
                </a:cubicBezTo>
                <a:cubicBezTo>
                  <a:pt x="68894" y="70745"/>
                  <a:pt x="65142" y="37552"/>
                  <a:pt x="64564" y="34665"/>
                </a:cubicBezTo>
                <a:cubicBezTo>
                  <a:pt x="63987" y="31779"/>
                  <a:pt x="60812" y="30913"/>
                  <a:pt x="60234" y="30336"/>
                </a:cubicBezTo>
                <a:cubicBezTo>
                  <a:pt x="59657" y="29759"/>
                  <a:pt x="56482" y="26584"/>
                  <a:pt x="55904" y="26007"/>
                </a:cubicBezTo>
                <a:cubicBezTo>
                  <a:pt x="55327" y="25429"/>
                  <a:pt x="52153" y="22255"/>
                  <a:pt x="51576" y="21677"/>
                </a:cubicBezTo>
                <a:cubicBezTo>
                  <a:pt x="50998" y="21100"/>
                  <a:pt x="48112" y="17925"/>
                  <a:pt x="47246" y="17347"/>
                </a:cubicBezTo>
                <a:cubicBezTo>
                  <a:pt x="46380" y="16770"/>
                  <a:pt x="40896" y="13018"/>
                  <a:pt x="38587" y="13018"/>
                </a:cubicBezTo>
                <a:cubicBezTo>
                  <a:pt x="36278" y="13018"/>
                  <a:pt x="14342" y="14172"/>
                  <a:pt x="12610" y="17347"/>
                </a:cubicBezTo>
                <a:cubicBezTo>
                  <a:pt x="10878" y="20523"/>
                  <a:pt x="12321" y="57468"/>
                  <a:pt x="12610" y="60643"/>
                </a:cubicBezTo>
                <a:cubicBezTo>
                  <a:pt x="12898" y="63817"/>
                  <a:pt x="16363" y="64395"/>
                  <a:pt x="16940" y="64972"/>
                </a:cubicBezTo>
                <a:cubicBezTo>
                  <a:pt x="17516" y="65549"/>
                  <a:pt x="20691" y="68725"/>
                  <a:pt x="21268" y="69302"/>
                </a:cubicBezTo>
                <a:cubicBezTo>
                  <a:pt x="21846" y="69879"/>
                  <a:pt x="25022" y="73054"/>
                  <a:pt x="25598" y="73631"/>
                </a:cubicBezTo>
                <a:cubicBezTo>
                  <a:pt x="26175" y="74209"/>
                  <a:pt x="29350" y="77383"/>
                  <a:pt x="29928" y="77961"/>
                </a:cubicBezTo>
                <a:cubicBezTo>
                  <a:pt x="30505" y="78538"/>
                  <a:pt x="33391" y="81713"/>
                  <a:pt x="34257" y="82290"/>
                </a:cubicBezTo>
                <a:cubicBezTo>
                  <a:pt x="35124" y="82867"/>
                  <a:pt x="40607" y="86619"/>
                  <a:pt x="42916" y="86619"/>
                </a:cubicBezTo>
                <a:cubicBezTo>
                  <a:pt x="45226" y="86619"/>
                  <a:pt x="66874" y="82867"/>
                  <a:pt x="68894" y="82290"/>
                </a:cubicBezTo>
                <a:cubicBezTo>
                  <a:pt x="70914" y="81713"/>
                  <a:pt x="72646" y="78249"/>
                  <a:pt x="73224" y="77961"/>
                </a:cubicBezTo>
                <a:cubicBezTo>
                  <a:pt x="73801" y="77673"/>
                  <a:pt x="76976" y="78250"/>
                  <a:pt x="77553" y="77961"/>
                </a:cubicBezTo>
                <a:cubicBezTo>
                  <a:pt x="78130" y="77672"/>
                  <a:pt x="81305" y="74208"/>
                  <a:pt x="81882" y="73631"/>
                </a:cubicBezTo>
                <a:cubicBezTo>
                  <a:pt x="82460" y="73055"/>
                  <a:pt x="85923" y="69879"/>
                  <a:pt x="86212" y="69302"/>
                </a:cubicBezTo>
                <a:cubicBezTo>
                  <a:pt x="86501" y="68725"/>
                  <a:pt x="85924" y="65549"/>
                  <a:pt x="86212" y="64972"/>
                </a:cubicBezTo>
                <a:cubicBezTo>
                  <a:pt x="86500" y="64395"/>
                  <a:pt x="89964" y="61220"/>
                  <a:pt x="90542" y="60643"/>
                </a:cubicBezTo>
                <a:cubicBezTo>
                  <a:pt x="91119" y="60065"/>
                  <a:pt x="94871" y="58911"/>
                  <a:pt x="94871" y="56313"/>
                </a:cubicBezTo>
                <a:cubicBezTo>
                  <a:pt x="94871" y="53715"/>
                  <a:pt x="90830" y="24275"/>
                  <a:pt x="90542" y="21677"/>
                </a:cubicBezTo>
                <a:cubicBezTo>
                  <a:pt x="90252" y="19079"/>
                  <a:pt x="90830" y="17925"/>
                  <a:pt x="90542" y="17347"/>
                </a:cubicBezTo>
                <a:cubicBezTo>
                  <a:pt x="90253" y="16770"/>
                  <a:pt x="86790" y="13595"/>
                  <a:pt x="86212" y="13018"/>
                </a:cubicBezTo>
                <a:cubicBezTo>
                  <a:pt x="85635" y="12441"/>
                  <a:pt x="82748" y="9266"/>
                  <a:pt x="81882" y="8689"/>
                </a:cubicBezTo>
                <a:cubicBezTo>
                  <a:pt x="81016" y="8111"/>
                  <a:pt x="75244" y="4359"/>
                  <a:pt x="73224" y="4359"/>
                </a:cubicBezTo>
                <a:cubicBezTo>
                  <a:pt x="71204" y="4359"/>
                  <a:pt x="53596" y="8400"/>
                  <a:pt x="51576" y="8689"/>
                </a:cubicBezTo>
                <a:cubicBezTo>
                  <a:pt x="49556" y="8978"/>
                  <a:pt x="43782" y="8401"/>
                  <a:pt x="42916" y="8689"/>
                </a:cubicBezTo>
                <a:cubicBezTo>
                  <a:pt x="42051" y="8977"/>
                  <a:pt x="39164" y="12441"/>
                  <a:pt x="38587" y="13018"/>
                </a:cubicBezTo>
                <a:cubicBezTo>
                  <a:pt x="38010" y="13595"/>
                  <a:pt x="34835" y="16770"/>
                  <a:pt x="34257" y="17347"/>
                </a:cubicBezTo>
                <a:cubicBezTo>
                  <a:pt x="33679" y="17925"/>
                  <a:pt x="30505" y="20811"/>
                  <a:pt x="29928" y="21677"/>
                </a:cubicBezTo>
                <a:cubicBezTo>
                  <a:pt x="29350" y="22543"/>
                  <a:pt x="26175" y="28315"/>
                  <a:pt x="25598" y="30336"/>
                </a:cubicBezTo>
                <a:cubicBezTo>
                  <a:pt x="25022" y="32357"/>
                  <a:pt x="21557" y="49097"/>
                  <a:pt x="21268" y="51983"/>
                </a:cubicBezTo>
                <a:cubicBezTo>
                  <a:pt x="20980" y="54870"/>
                  <a:pt x="20980" y="71899"/>
                  <a:pt x="21268" y="73631"/>
                </a:cubicBezTo>
                <a:cubicBezTo>
                  <a:pt x="21557" y="75363"/>
                  <a:pt x="25022" y="77383"/>
                  <a:pt x="25598" y="77961"/>
                </a:cubicBezTo>
                <a:cubicBezTo>
                  <a:pt x="26175" y="78538"/>
                  <a:pt x="29350" y="81713"/>
                  <a:pt x="29928" y="82290"/>
                </a:cubicBezTo>
                <a:cubicBezTo>
                  <a:pt x="30505" y="82867"/>
                  <a:pt x="33679" y="86042"/>
                  <a:pt x="34257" y="86619"/>
                </a:cubicBezTo>
                <a:cubicBezTo>
                  <a:pt x="34835" y="87197"/>
                  <a:pt x="37722" y="90372"/>
                  <a:pt x="38587" y="90949"/>
                </a:cubicBezTo>
                <a:cubicBezTo>
                  <a:pt x="39453" y="91527"/>
                  <a:pt x="44071" y="95279"/>
                  <a:pt x="47246" y="95279"/>
                </a:cubicBezTo>
                <a:cubicBezTo>
                  <a:pt x="50420" y="95279"/>
                  <a:pt x="83326" y="91527"/>
                  <a:pt x="86212" y="90949"/>
                </a:cubicBezTo>
                <a:cubicBezTo>
                  <a:pt x="89098" y="90372"/>
                  <a:pt x="89964" y="87485"/>
                  <a:pt x="90542" y="86619"/>
                </a:cubicBezTo>
                <a:cubicBezTo>
                  <a:pt x="91119" y="85753"/>
                  <a:pt x="94871" y="80559"/>
                  <a:pt x="94871" y="77961"/>
                </a:cubicBezTo>
                <a:cubicBezTo>
                  <a:pt x="94871" y="75363"/>
                  <a:pt x="91119" y="50829"/>
                  <a:pt x="90542" y="47654"/>
                </a:cubicBezTo>
                <a:cubicBezTo>
                  <a:pt x="89964" y="44479"/>
                  <a:pt x="86790" y="32356"/>
                  <a:pt x="86212" y="30336"/>
                </a:cubicBezTo>
                <a:cubicBezTo>
                  <a:pt x="85635" y="28315"/>
                  <a:pt x="82460" y="18502"/>
                  <a:pt x="81882" y="17347"/>
                </a:cubicBezTo>
                <a:cubicBezTo>
                  <a:pt x="81305" y="16193"/>
                  <a:pt x="78130" y="13595"/>
                  <a:pt x="77553" y="13018"/>
                </a:cubicBezTo>
                <a:cubicBezTo>
                  <a:pt x="76976" y="12441"/>
                  <a:pt x="73801" y="9266"/>
                  <a:pt x="73224" y="8689"/>
                </a:cubicBezTo>
                <a:cubicBezTo>
                  <a:pt x="72646" y="8111"/>
                  <a:pt x="69471" y="4936"/>
                  <a:pt x="68894" y="4359"/>
                </a:cubicBezTo>
                <a:cubicBezTo>
                  <a:pt x="68316" y="3781"/>
                  <a:pt x="66586" y="29"/>
                  <a:pt x="64564" y="29"/>
                </a:cubicBezTo>
                <a:cubicBezTo>
                  <a:pt x="62544" y="29"/>
                  <a:pt x="40607" y="3781"/>
                  <a:pt x="38587" y="4359"/>
                </a:cubicBezTo>
                <a:cubicBezTo>
                  <a:pt x="36567" y="4936"/>
                  <a:pt x="34835" y="8111"/>
                  <a:pt x="34257" y="8689"/>
                </a:cubicBezTo>
                <a:cubicBezTo>
                  <a:pt x="33679" y="9266"/>
                  <a:pt x="30505" y="12441"/>
                  <a:pt x="29928" y="13018"/>
                </a:cubicBezTo>
                <a:cubicBezTo>
                  <a:pt x="29350" y="13595"/>
                  <a:pt x="26175" y="15326"/>
                  <a:pt x="25598" y="17347"/>
                </a:cubicBezTo>
                <a:cubicBezTo>
                  <a:pt x="25022" y="19368"/>
                  <a:pt x="21557" y="39861"/>
                  <a:pt x="21268" y="43325"/>
                </a:cubicBezTo>
                <a:cubicBezTo>
                  <a:pt x="20980" y="46789"/>
                  <a:pt x="20980" y="67282"/>
                  <a:pt x="21268" y="69302"/>
                </a:cubicBezTo>
                <a:cubicBezTo>
                  <a:pt x="21557" y="71322"/>
                  <a:pt x="25022" y="72766"/>
                  <a:pt x="25598" y="73631"/>
                </a:cubicBezTo>
                <a:cubicBezTo>
                  <a:pt x="26175" y="74497"/>
                  <a:pt x="29350" y="81425"/>
                  <a:pt x="29928" y="82290"/>
                </a:cubicBezTo>
                <a:cubicBezTo>
                  <a:pt x="30505" y="83156"/>
                  <a:pt x="33679" y="86042"/>
                  <a:pt x="34257" y="86619"/>
                </a:cubicBezTo>
                <a:cubicBezTo>
                  <a:pt x="34835" y="87197"/>
                  <a:pt x="35412" y="90661"/>
                  <a:pt x="38587" y="90949"/>
                </a:cubicBezTo>
                <a:cubicBezTo>
                  <a:pt x="41762" y="91239"/>
                  <a:pt x="78707" y="91239"/>
                  <a:pt x="81882" y="90949"/>
                </a:cubicBezTo>
                <a:cubicBezTo>
                  <a:pt x="85057" y="90661"/>
                  <a:pt x="85635" y="87197"/>
                  <a:pt x="86212" y="86619"/>
                </a:cubicBezTo>
                <a:cubicBezTo>
                  <a:pt x="86790" y="86042"/>
                  <a:pt x="89964" y="82867"/>
                  <a:pt x="90542" y="82290"/>
                </a:cubicBezTo>
                <a:cubicBezTo>
                  <a:pt x="91119" y="81713"/>
                  <a:pt x="94294" y="79115"/>
                  <a:pt x="94871" y="77961"/>
                </a:cubicBezTo>
                <a:cubicBezTo>
                  <a:pt x="95448" y="76806"/>
                  <a:pt x="99201" y="67570"/>
                  <a:pt x="99201" y="64972"/>
                </a:cubicBezTo>
                <a:cubicBezTo>
                  <a:pt x="99201" y="62374"/>
                  <a:pt x="95448" y="41015"/>
                  <a:pt x="94871" y="38995"/>
                </a:cubicBezTo>
                <a:cubicBezTo>
                  <a:pt x="94294" y="36975"/>
                  <a:pt x="91119" y="35243"/>
                  <a:pt x="90542" y="34665"/>
                </a:cubicBezTo>
                <a:cubicBezTo>
                  <a:pt x="89964" y="34088"/>
                  <a:pt x="86790" y="31202"/>
                  <a:pt x="86212" y="30336"/>
                </a:cubicBezTo>
                <a:cubicBezTo>
                  <a:pt x="85635" y="29469"/>
                  <a:pt x="82460" y="22543"/>
                  <a:pt x="81882" y="21677"/>
                </a:cubicBezTo>
                <a:cubicBezTo>
                  <a:pt x="81305" y="20811"/>
                  <a:pt x="78130" y="17925"/>
                  <a:pt x="77553" y="17347"/>
                </a:cubicBezTo>
                <a:cubicBezTo>
                  <a:pt x="76976" y="16770"/>
                  <a:pt x="73801" y="13595"/>
                  <a:pt x="73224" y="13018"/>
                </a:cubicBezTo>
                <a:cubicBezTo>
                  <a:pt x="72646" y="12441"/>
                  <a:pt x="69471" y="9266"/>
                  <a:pt x="68894" y="8689"/>
                </a:cubicBezTo>
                <a:cubicBezTo>
                  <a:pt x="68316" y="8111"/>
                  <a:pt x="66008" y="4648"/>
                  <a:pt x="64564" y="4359"/>
                </a:cubicBezTo>
                <a:cubicBezTo>
                  <a:pt x="63121" y="4070"/>
                  <a:pt x="48400" y="4359"/>
                  <a:pt x="47246" y="4359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42" name=""/>
          <p:cNvCxnSpPr/>
          <p:nvPr/>
        </p:nvCxnSpPr>
        <p:spPr>
          <a:xfrm rot="16200000" flipV="1">
            <a:off x="3429000" y="7353300"/>
            <a:ext cx="762000" cy="304800"/>
          </a:xfrm>
          <a:prstGeom prst="straightConnector1">
            <a:avLst/>
          </a:prstGeom>
          <a:ln w="762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"/>
          <p:cNvSpPr/>
          <p:nvPr/>
        </p:nvSpPr>
        <p:spPr>
          <a:xfrm>
            <a:off x="6012428" y="7474306"/>
            <a:ext cx="40864" cy="48656"/>
          </a:xfrm>
          <a:custGeom>
            <a:avLst/>
            <a:gdLst>
              <a:gd name="connsiteX0" fmla="*/ 2609 w 40864"/>
              <a:gd name="connsiteY0" fmla="*/ 14931 h 48656"/>
              <a:gd name="connsiteX1" fmla="*/ 227 w 40864"/>
              <a:gd name="connsiteY1" fmla="*/ 26837 h 48656"/>
              <a:gd name="connsiteX2" fmla="*/ 2609 w 40864"/>
              <a:gd name="connsiteY2" fmla="*/ 38743 h 48656"/>
              <a:gd name="connsiteX3" fmla="*/ 4990 w 40864"/>
              <a:gd name="connsiteY3" fmla="*/ 41125 h 48656"/>
              <a:gd name="connsiteX4" fmla="*/ 16897 w 40864"/>
              <a:gd name="connsiteY4" fmla="*/ 38743 h 48656"/>
              <a:gd name="connsiteX5" fmla="*/ 19277 w 40864"/>
              <a:gd name="connsiteY5" fmla="*/ 36362 h 48656"/>
              <a:gd name="connsiteX6" fmla="*/ 21659 w 40864"/>
              <a:gd name="connsiteY6" fmla="*/ 33981 h 48656"/>
              <a:gd name="connsiteX7" fmla="*/ 24040 w 40864"/>
              <a:gd name="connsiteY7" fmla="*/ 31600 h 48656"/>
              <a:gd name="connsiteX8" fmla="*/ 26421 w 40864"/>
              <a:gd name="connsiteY8" fmla="*/ 29219 h 48656"/>
              <a:gd name="connsiteX9" fmla="*/ 28803 w 40864"/>
              <a:gd name="connsiteY9" fmla="*/ 22075 h 48656"/>
              <a:gd name="connsiteX10" fmla="*/ 26421 w 40864"/>
              <a:gd name="connsiteY10" fmla="*/ 14931 h 48656"/>
              <a:gd name="connsiteX11" fmla="*/ 16897 w 40864"/>
              <a:gd name="connsiteY11" fmla="*/ 17312 h 48656"/>
              <a:gd name="connsiteX12" fmla="*/ 14515 w 40864"/>
              <a:gd name="connsiteY12" fmla="*/ 19693 h 48656"/>
              <a:gd name="connsiteX13" fmla="*/ 12134 w 40864"/>
              <a:gd name="connsiteY13" fmla="*/ 22075 h 48656"/>
              <a:gd name="connsiteX14" fmla="*/ 14515 w 40864"/>
              <a:gd name="connsiteY14" fmla="*/ 36362 h 48656"/>
              <a:gd name="connsiteX15" fmla="*/ 16897 w 40864"/>
              <a:gd name="connsiteY15" fmla="*/ 38743 h 48656"/>
              <a:gd name="connsiteX16" fmla="*/ 19277 w 40864"/>
              <a:gd name="connsiteY16" fmla="*/ 41125 h 48656"/>
              <a:gd name="connsiteX17" fmla="*/ 21659 w 40864"/>
              <a:gd name="connsiteY17" fmla="*/ 38743 h 48656"/>
              <a:gd name="connsiteX18" fmla="*/ 24040 w 40864"/>
              <a:gd name="connsiteY18" fmla="*/ 33981 h 48656"/>
              <a:gd name="connsiteX19" fmla="*/ 21659 w 40864"/>
              <a:gd name="connsiteY19" fmla="*/ 17312 h 48656"/>
              <a:gd name="connsiteX20" fmla="*/ 14515 w 40864"/>
              <a:gd name="connsiteY20" fmla="*/ 19693 h 48656"/>
              <a:gd name="connsiteX21" fmla="*/ 9753 w 40864"/>
              <a:gd name="connsiteY21" fmla="*/ 22075 h 48656"/>
              <a:gd name="connsiteX22" fmla="*/ 12134 w 40864"/>
              <a:gd name="connsiteY22" fmla="*/ 29219 h 48656"/>
              <a:gd name="connsiteX23" fmla="*/ 19277 w 40864"/>
              <a:gd name="connsiteY23" fmla="*/ 26837 h 48656"/>
              <a:gd name="connsiteX24" fmla="*/ 16897 w 40864"/>
              <a:gd name="connsiteY24" fmla="*/ 5406 h 48656"/>
              <a:gd name="connsiteX25" fmla="*/ 14515 w 40864"/>
              <a:gd name="connsiteY25" fmla="*/ 3025 h 48656"/>
              <a:gd name="connsiteX26" fmla="*/ 12134 w 40864"/>
              <a:gd name="connsiteY26" fmla="*/ 643 h 48656"/>
              <a:gd name="connsiteX27" fmla="*/ 7371 w 40864"/>
              <a:gd name="connsiteY27" fmla="*/ 3025 h 48656"/>
              <a:gd name="connsiteX28" fmla="*/ 4990 w 40864"/>
              <a:gd name="connsiteY28" fmla="*/ 5406 h 48656"/>
              <a:gd name="connsiteX29" fmla="*/ 2609 w 40864"/>
              <a:gd name="connsiteY29" fmla="*/ 7787 h 48656"/>
              <a:gd name="connsiteX30" fmla="*/ 4990 w 40864"/>
              <a:gd name="connsiteY30" fmla="*/ 24456 h 48656"/>
              <a:gd name="connsiteX31" fmla="*/ 7371 w 40864"/>
              <a:gd name="connsiteY31" fmla="*/ 26837 h 48656"/>
              <a:gd name="connsiteX32" fmla="*/ 9753 w 40864"/>
              <a:gd name="connsiteY32" fmla="*/ 24456 h 48656"/>
              <a:gd name="connsiteX33" fmla="*/ 7371 w 40864"/>
              <a:gd name="connsiteY33" fmla="*/ 14931 h 48656"/>
              <a:gd name="connsiteX34" fmla="*/ 4990 w 40864"/>
              <a:gd name="connsiteY34" fmla="*/ 17312 h 48656"/>
              <a:gd name="connsiteX35" fmla="*/ 2609 w 40864"/>
              <a:gd name="connsiteY35" fmla="*/ 19693 h 48656"/>
              <a:gd name="connsiteX36" fmla="*/ 227 w 40864"/>
              <a:gd name="connsiteY36" fmla="*/ 24456 h 48656"/>
              <a:gd name="connsiteX37" fmla="*/ 2609 w 40864"/>
              <a:gd name="connsiteY37" fmla="*/ 36362 h 48656"/>
              <a:gd name="connsiteX38" fmla="*/ 4990 w 40864"/>
              <a:gd name="connsiteY38" fmla="*/ 38743 h 48656"/>
              <a:gd name="connsiteX39" fmla="*/ 9753 w 40864"/>
              <a:gd name="connsiteY39" fmla="*/ 38743 h 48656"/>
              <a:gd name="connsiteX40" fmla="*/ 12134 w 40864"/>
              <a:gd name="connsiteY40" fmla="*/ 36362 h 48656"/>
              <a:gd name="connsiteX41" fmla="*/ 14515 w 40864"/>
              <a:gd name="connsiteY41" fmla="*/ 31600 h 48656"/>
              <a:gd name="connsiteX42" fmla="*/ 16897 w 40864"/>
              <a:gd name="connsiteY42" fmla="*/ 29219 h 48656"/>
              <a:gd name="connsiteX43" fmla="*/ 16897 w 40864"/>
              <a:gd name="connsiteY43" fmla="*/ 26837 h 48656"/>
              <a:gd name="connsiteX44" fmla="*/ 19277 w 40864"/>
              <a:gd name="connsiteY44" fmla="*/ 24456 h 48656"/>
              <a:gd name="connsiteX45" fmla="*/ 16897 w 40864"/>
              <a:gd name="connsiteY45" fmla="*/ 19693 h 48656"/>
              <a:gd name="connsiteX46" fmla="*/ 12134 w 40864"/>
              <a:gd name="connsiteY46" fmla="*/ 22075 h 48656"/>
              <a:gd name="connsiteX47" fmla="*/ 14515 w 40864"/>
              <a:gd name="connsiteY47" fmla="*/ 38743 h 48656"/>
              <a:gd name="connsiteX48" fmla="*/ 19277 w 40864"/>
              <a:gd name="connsiteY48" fmla="*/ 36362 h 48656"/>
              <a:gd name="connsiteX49" fmla="*/ 21659 w 40864"/>
              <a:gd name="connsiteY49" fmla="*/ 33981 h 48656"/>
              <a:gd name="connsiteX50" fmla="*/ 21659 w 40864"/>
              <a:gd name="connsiteY50" fmla="*/ 31600 h 48656"/>
              <a:gd name="connsiteX51" fmla="*/ 24040 w 40864"/>
              <a:gd name="connsiteY51" fmla="*/ 29219 h 48656"/>
              <a:gd name="connsiteX52" fmla="*/ 21659 w 40864"/>
              <a:gd name="connsiteY52" fmla="*/ 14931 h 48656"/>
              <a:gd name="connsiteX53" fmla="*/ 19277 w 40864"/>
              <a:gd name="connsiteY53" fmla="*/ 17312 h 48656"/>
              <a:gd name="connsiteX54" fmla="*/ 14515 w 40864"/>
              <a:gd name="connsiteY54" fmla="*/ 19693 h 48656"/>
              <a:gd name="connsiteX55" fmla="*/ 12134 w 40864"/>
              <a:gd name="connsiteY55" fmla="*/ 22075 h 48656"/>
              <a:gd name="connsiteX56" fmla="*/ 9753 w 40864"/>
              <a:gd name="connsiteY56" fmla="*/ 24456 h 48656"/>
              <a:gd name="connsiteX57" fmla="*/ 12134 w 40864"/>
              <a:gd name="connsiteY57" fmla="*/ 41125 h 48656"/>
              <a:gd name="connsiteX58" fmla="*/ 14515 w 40864"/>
              <a:gd name="connsiteY58" fmla="*/ 45887 h 48656"/>
              <a:gd name="connsiteX59" fmla="*/ 21659 w 40864"/>
              <a:gd name="connsiteY59" fmla="*/ 43506 h 48656"/>
              <a:gd name="connsiteX60" fmla="*/ 26421 w 40864"/>
              <a:gd name="connsiteY60" fmla="*/ 41125 h 48656"/>
              <a:gd name="connsiteX61" fmla="*/ 28803 w 40864"/>
              <a:gd name="connsiteY61" fmla="*/ 38743 h 48656"/>
              <a:gd name="connsiteX62" fmla="*/ 31184 w 40864"/>
              <a:gd name="connsiteY62" fmla="*/ 36362 h 48656"/>
              <a:gd name="connsiteX63" fmla="*/ 28803 w 40864"/>
              <a:gd name="connsiteY63" fmla="*/ 24456 h 48656"/>
              <a:gd name="connsiteX64" fmla="*/ 26421 w 40864"/>
              <a:gd name="connsiteY64" fmla="*/ 26837 h 48656"/>
              <a:gd name="connsiteX65" fmla="*/ 28803 w 40864"/>
              <a:gd name="connsiteY65" fmla="*/ 45887 h 48656"/>
              <a:gd name="connsiteX66" fmla="*/ 31184 w 40864"/>
              <a:gd name="connsiteY66" fmla="*/ 43506 h 48656"/>
              <a:gd name="connsiteX67" fmla="*/ 33565 w 40864"/>
              <a:gd name="connsiteY67" fmla="*/ 41125 h 48656"/>
              <a:gd name="connsiteX68" fmla="*/ 35946 w 40864"/>
              <a:gd name="connsiteY68" fmla="*/ 38743 h 48656"/>
              <a:gd name="connsiteX69" fmla="*/ 38327 w 40864"/>
              <a:gd name="connsiteY69" fmla="*/ 31600 h 48656"/>
              <a:gd name="connsiteX70" fmla="*/ 40709 w 40864"/>
              <a:gd name="connsiteY70" fmla="*/ 24456 h 48656"/>
              <a:gd name="connsiteX71" fmla="*/ 38327 w 40864"/>
              <a:gd name="connsiteY71" fmla="*/ 19693 h 48656"/>
              <a:gd name="connsiteX72" fmla="*/ 24040 w 40864"/>
              <a:gd name="connsiteY72" fmla="*/ 22075 h 48656"/>
              <a:gd name="connsiteX73" fmla="*/ 21659 w 40864"/>
              <a:gd name="connsiteY73" fmla="*/ 26837 h 48656"/>
              <a:gd name="connsiteX74" fmla="*/ 24040 w 40864"/>
              <a:gd name="connsiteY74" fmla="*/ 31600 h 48656"/>
              <a:gd name="connsiteX75" fmla="*/ 26421 w 40864"/>
              <a:gd name="connsiteY75" fmla="*/ 24456 h 48656"/>
              <a:gd name="connsiteX76" fmla="*/ 26421 w 40864"/>
              <a:gd name="connsiteY76" fmla="*/ 12550 h 48656"/>
              <a:gd name="connsiteX77" fmla="*/ 24040 w 40864"/>
              <a:gd name="connsiteY77" fmla="*/ 10169 h 48656"/>
              <a:gd name="connsiteX78" fmla="*/ 21659 w 40864"/>
              <a:gd name="connsiteY78" fmla="*/ 7787 h 48656"/>
              <a:gd name="connsiteX79" fmla="*/ 14515 w 40864"/>
              <a:gd name="connsiteY79" fmla="*/ 10169 h 48656"/>
              <a:gd name="connsiteX80" fmla="*/ 12134 w 40864"/>
              <a:gd name="connsiteY80" fmla="*/ 12550 h 48656"/>
              <a:gd name="connsiteX81" fmla="*/ 9753 w 40864"/>
              <a:gd name="connsiteY81" fmla="*/ 10169 h 48656"/>
              <a:gd name="connsiteX82" fmla="*/ 2609 w 40864"/>
              <a:gd name="connsiteY82" fmla="*/ 12550 h 48656"/>
              <a:gd name="connsiteX83" fmla="*/ 4990 w 40864"/>
              <a:gd name="connsiteY83" fmla="*/ 22075 h 48656"/>
              <a:gd name="connsiteX84" fmla="*/ 14515 w 40864"/>
              <a:gd name="connsiteY84" fmla="*/ 19693 h 48656"/>
              <a:gd name="connsiteX85" fmla="*/ 16897 w 40864"/>
              <a:gd name="connsiteY85" fmla="*/ 17312 h 48656"/>
              <a:gd name="connsiteX86" fmla="*/ 19277 w 40864"/>
              <a:gd name="connsiteY86" fmla="*/ 14931 h 48656"/>
              <a:gd name="connsiteX87" fmla="*/ 16897 w 40864"/>
              <a:gd name="connsiteY87" fmla="*/ 10169 h 48656"/>
              <a:gd name="connsiteX88" fmla="*/ 14515 w 40864"/>
              <a:gd name="connsiteY88" fmla="*/ 12550 h 48656"/>
              <a:gd name="connsiteX89" fmla="*/ 16897 w 40864"/>
              <a:gd name="connsiteY89" fmla="*/ 10169 h 48656"/>
              <a:gd name="connsiteX90" fmla="*/ 14515 w 40864"/>
              <a:gd name="connsiteY90" fmla="*/ 7787 h 48656"/>
              <a:gd name="connsiteX91" fmla="*/ 16897 w 40864"/>
              <a:gd name="connsiteY91" fmla="*/ 17312 h 48656"/>
              <a:gd name="connsiteX92" fmla="*/ 21659 w 40864"/>
              <a:gd name="connsiteY92" fmla="*/ 14931 h 48656"/>
              <a:gd name="connsiteX93" fmla="*/ 26421 w 40864"/>
              <a:gd name="connsiteY93" fmla="*/ 12550 h 48656"/>
              <a:gd name="connsiteX94" fmla="*/ 24040 w 40864"/>
              <a:gd name="connsiteY94" fmla="*/ 5406 h 48656"/>
              <a:gd name="connsiteX95" fmla="*/ 19277 w 40864"/>
              <a:gd name="connsiteY95" fmla="*/ 7787 h 48656"/>
              <a:gd name="connsiteX96" fmla="*/ 16897 w 40864"/>
              <a:gd name="connsiteY96" fmla="*/ 10169 h 48656"/>
              <a:gd name="connsiteX97" fmla="*/ 14515 w 40864"/>
              <a:gd name="connsiteY97" fmla="*/ 12550 h 48656"/>
              <a:gd name="connsiteX98" fmla="*/ 16897 w 40864"/>
              <a:gd name="connsiteY98" fmla="*/ 22075 h 48656"/>
              <a:gd name="connsiteX99" fmla="*/ 2609 w 40864"/>
              <a:gd name="connsiteY99" fmla="*/ 14931 h 4865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0864" h="48656">
                <a:moveTo>
                  <a:pt x="2609" y="14931"/>
                </a:moveTo>
                <a:cubicBezTo>
                  <a:pt x="2450" y="15725"/>
                  <a:pt x="227" y="25249"/>
                  <a:pt x="227" y="26837"/>
                </a:cubicBezTo>
                <a:cubicBezTo>
                  <a:pt x="227" y="28425"/>
                  <a:pt x="2291" y="37791"/>
                  <a:pt x="2609" y="38743"/>
                </a:cubicBezTo>
                <a:cubicBezTo>
                  <a:pt x="2926" y="39696"/>
                  <a:pt x="4037" y="41125"/>
                  <a:pt x="4990" y="41125"/>
                </a:cubicBezTo>
                <a:cubicBezTo>
                  <a:pt x="5943" y="41125"/>
                  <a:pt x="15944" y="39061"/>
                  <a:pt x="16897" y="38743"/>
                </a:cubicBezTo>
                <a:cubicBezTo>
                  <a:pt x="17850" y="38426"/>
                  <a:pt x="18960" y="36679"/>
                  <a:pt x="19277" y="36362"/>
                </a:cubicBezTo>
                <a:cubicBezTo>
                  <a:pt x="19595" y="36045"/>
                  <a:pt x="21341" y="34298"/>
                  <a:pt x="21659" y="33981"/>
                </a:cubicBezTo>
                <a:cubicBezTo>
                  <a:pt x="21976" y="33663"/>
                  <a:pt x="23723" y="31917"/>
                  <a:pt x="24040" y="31600"/>
                </a:cubicBezTo>
                <a:cubicBezTo>
                  <a:pt x="24357" y="31282"/>
                  <a:pt x="26104" y="29853"/>
                  <a:pt x="26421" y="29219"/>
                </a:cubicBezTo>
                <a:cubicBezTo>
                  <a:pt x="26739" y="28583"/>
                  <a:pt x="28803" y="23027"/>
                  <a:pt x="28803" y="22075"/>
                </a:cubicBezTo>
                <a:cubicBezTo>
                  <a:pt x="28803" y="21122"/>
                  <a:pt x="27215" y="15249"/>
                  <a:pt x="26421" y="14931"/>
                </a:cubicBezTo>
                <a:cubicBezTo>
                  <a:pt x="25628" y="14613"/>
                  <a:pt x="17691" y="16994"/>
                  <a:pt x="16897" y="17312"/>
                </a:cubicBezTo>
                <a:cubicBezTo>
                  <a:pt x="16103" y="17630"/>
                  <a:pt x="14833" y="19375"/>
                  <a:pt x="14515" y="19693"/>
                </a:cubicBezTo>
                <a:cubicBezTo>
                  <a:pt x="14197" y="20011"/>
                  <a:pt x="12134" y="20964"/>
                  <a:pt x="12134" y="22075"/>
                </a:cubicBezTo>
                <a:cubicBezTo>
                  <a:pt x="12134" y="23186"/>
                  <a:pt x="14197" y="35251"/>
                  <a:pt x="14515" y="36362"/>
                </a:cubicBezTo>
                <a:cubicBezTo>
                  <a:pt x="14833" y="37473"/>
                  <a:pt x="16579" y="38426"/>
                  <a:pt x="16897" y="38743"/>
                </a:cubicBezTo>
                <a:cubicBezTo>
                  <a:pt x="17215" y="39061"/>
                  <a:pt x="18960" y="41125"/>
                  <a:pt x="19277" y="41125"/>
                </a:cubicBezTo>
                <a:cubicBezTo>
                  <a:pt x="19595" y="41125"/>
                  <a:pt x="21341" y="39219"/>
                  <a:pt x="21659" y="38743"/>
                </a:cubicBezTo>
                <a:cubicBezTo>
                  <a:pt x="21976" y="38267"/>
                  <a:pt x="24040" y="35409"/>
                  <a:pt x="24040" y="33981"/>
                </a:cubicBezTo>
                <a:cubicBezTo>
                  <a:pt x="24040" y="32551"/>
                  <a:pt x="22294" y="18265"/>
                  <a:pt x="21659" y="17312"/>
                </a:cubicBezTo>
                <a:cubicBezTo>
                  <a:pt x="21024" y="16359"/>
                  <a:pt x="15309" y="19375"/>
                  <a:pt x="14515" y="19693"/>
                </a:cubicBezTo>
                <a:cubicBezTo>
                  <a:pt x="13721" y="20011"/>
                  <a:pt x="9911" y="21440"/>
                  <a:pt x="9753" y="22075"/>
                </a:cubicBezTo>
                <a:cubicBezTo>
                  <a:pt x="9594" y="22709"/>
                  <a:pt x="11499" y="28901"/>
                  <a:pt x="12134" y="29219"/>
                </a:cubicBezTo>
                <a:cubicBezTo>
                  <a:pt x="12769" y="29536"/>
                  <a:pt x="18960" y="28425"/>
                  <a:pt x="19277" y="26837"/>
                </a:cubicBezTo>
                <a:cubicBezTo>
                  <a:pt x="19595" y="25249"/>
                  <a:pt x="17215" y="6993"/>
                  <a:pt x="16897" y="5406"/>
                </a:cubicBezTo>
                <a:cubicBezTo>
                  <a:pt x="16579" y="3818"/>
                  <a:pt x="14833" y="3342"/>
                  <a:pt x="14515" y="3025"/>
                </a:cubicBezTo>
                <a:cubicBezTo>
                  <a:pt x="14197" y="2707"/>
                  <a:pt x="12610" y="643"/>
                  <a:pt x="12134" y="643"/>
                </a:cubicBezTo>
                <a:cubicBezTo>
                  <a:pt x="11658" y="643"/>
                  <a:pt x="7848" y="2707"/>
                  <a:pt x="7371" y="3025"/>
                </a:cubicBezTo>
                <a:cubicBezTo>
                  <a:pt x="6895" y="3342"/>
                  <a:pt x="5308" y="5089"/>
                  <a:pt x="4990" y="5406"/>
                </a:cubicBezTo>
                <a:cubicBezTo>
                  <a:pt x="4672" y="5723"/>
                  <a:pt x="2609" y="6517"/>
                  <a:pt x="2609" y="7787"/>
                </a:cubicBezTo>
                <a:cubicBezTo>
                  <a:pt x="2609" y="9057"/>
                  <a:pt x="4672" y="23186"/>
                  <a:pt x="4990" y="24456"/>
                </a:cubicBezTo>
                <a:cubicBezTo>
                  <a:pt x="5308" y="25726"/>
                  <a:pt x="7054" y="26837"/>
                  <a:pt x="7371" y="26837"/>
                </a:cubicBezTo>
                <a:cubicBezTo>
                  <a:pt x="7689" y="26837"/>
                  <a:pt x="9753" y="25250"/>
                  <a:pt x="9753" y="24456"/>
                </a:cubicBezTo>
                <a:cubicBezTo>
                  <a:pt x="9753" y="23662"/>
                  <a:pt x="7689" y="15407"/>
                  <a:pt x="7371" y="14931"/>
                </a:cubicBezTo>
                <a:cubicBezTo>
                  <a:pt x="7054" y="14454"/>
                  <a:pt x="5308" y="16994"/>
                  <a:pt x="4990" y="17312"/>
                </a:cubicBezTo>
                <a:cubicBezTo>
                  <a:pt x="4672" y="17630"/>
                  <a:pt x="2927" y="19217"/>
                  <a:pt x="2609" y="19693"/>
                </a:cubicBezTo>
                <a:cubicBezTo>
                  <a:pt x="2291" y="20170"/>
                  <a:pt x="227" y="23345"/>
                  <a:pt x="227" y="24456"/>
                </a:cubicBezTo>
                <a:cubicBezTo>
                  <a:pt x="227" y="25567"/>
                  <a:pt x="2291" y="35410"/>
                  <a:pt x="2609" y="36362"/>
                </a:cubicBezTo>
                <a:cubicBezTo>
                  <a:pt x="2926" y="37315"/>
                  <a:pt x="4513" y="38585"/>
                  <a:pt x="4990" y="38743"/>
                </a:cubicBezTo>
                <a:cubicBezTo>
                  <a:pt x="5467" y="38902"/>
                  <a:pt x="9277" y="38902"/>
                  <a:pt x="9753" y="38743"/>
                </a:cubicBezTo>
                <a:cubicBezTo>
                  <a:pt x="10229" y="38585"/>
                  <a:pt x="11817" y="36839"/>
                  <a:pt x="12134" y="36362"/>
                </a:cubicBezTo>
                <a:cubicBezTo>
                  <a:pt x="12451" y="35886"/>
                  <a:pt x="14197" y="32076"/>
                  <a:pt x="14515" y="31600"/>
                </a:cubicBezTo>
                <a:cubicBezTo>
                  <a:pt x="14833" y="31123"/>
                  <a:pt x="16738" y="29536"/>
                  <a:pt x="16897" y="29219"/>
                </a:cubicBezTo>
                <a:cubicBezTo>
                  <a:pt x="17055" y="28901"/>
                  <a:pt x="16738" y="27155"/>
                  <a:pt x="16897" y="26837"/>
                </a:cubicBezTo>
                <a:cubicBezTo>
                  <a:pt x="17055" y="26520"/>
                  <a:pt x="19277" y="24932"/>
                  <a:pt x="19277" y="24456"/>
                </a:cubicBezTo>
                <a:cubicBezTo>
                  <a:pt x="19277" y="23980"/>
                  <a:pt x="17373" y="19852"/>
                  <a:pt x="16897" y="19693"/>
                </a:cubicBezTo>
                <a:cubicBezTo>
                  <a:pt x="16421" y="19535"/>
                  <a:pt x="12293" y="20805"/>
                  <a:pt x="12134" y="22075"/>
                </a:cubicBezTo>
                <a:cubicBezTo>
                  <a:pt x="11975" y="23345"/>
                  <a:pt x="14039" y="37791"/>
                  <a:pt x="14515" y="38743"/>
                </a:cubicBezTo>
                <a:cubicBezTo>
                  <a:pt x="14991" y="39696"/>
                  <a:pt x="18801" y="36679"/>
                  <a:pt x="19277" y="36362"/>
                </a:cubicBezTo>
                <a:cubicBezTo>
                  <a:pt x="19754" y="36045"/>
                  <a:pt x="21500" y="34298"/>
                  <a:pt x="21659" y="33981"/>
                </a:cubicBezTo>
                <a:cubicBezTo>
                  <a:pt x="21817" y="33663"/>
                  <a:pt x="21500" y="31917"/>
                  <a:pt x="21659" y="31600"/>
                </a:cubicBezTo>
                <a:cubicBezTo>
                  <a:pt x="21817" y="31282"/>
                  <a:pt x="24040" y="30330"/>
                  <a:pt x="24040" y="29219"/>
                </a:cubicBezTo>
                <a:cubicBezTo>
                  <a:pt x="24040" y="28107"/>
                  <a:pt x="21976" y="15725"/>
                  <a:pt x="21659" y="14931"/>
                </a:cubicBezTo>
                <a:cubicBezTo>
                  <a:pt x="21341" y="14136"/>
                  <a:pt x="19754" y="16994"/>
                  <a:pt x="19277" y="17312"/>
                </a:cubicBezTo>
                <a:cubicBezTo>
                  <a:pt x="18801" y="17630"/>
                  <a:pt x="14991" y="19375"/>
                  <a:pt x="14515" y="19693"/>
                </a:cubicBezTo>
                <a:cubicBezTo>
                  <a:pt x="14039" y="20011"/>
                  <a:pt x="12451" y="21757"/>
                  <a:pt x="12134" y="22075"/>
                </a:cubicBezTo>
                <a:cubicBezTo>
                  <a:pt x="11817" y="22392"/>
                  <a:pt x="9753" y="23186"/>
                  <a:pt x="9753" y="24456"/>
                </a:cubicBezTo>
                <a:cubicBezTo>
                  <a:pt x="9753" y="25725"/>
                  <a:pt x="11817" y="39696"/>
                  <a:pt x="12134" y="41125"/>
                </a:cubicBezTo>
                <a:cubicBezTo>
                  <a:pt x="12451" y="42553"/>
                  <a:pt x="13880" y="45729"/>
                  <a:pt x="14515" y="45887"/>
                </a:cubicBezTo>
                <a:cubicBezTo>
                  <a:pt x="15150" y="46046"/>
                  <a:pt x="20865" y="43823"/>
                  <a:pt x="21659" y="43506"/>
                </a:cubicBezTo>
                <a:cubicBezTo>
                  <a:pt x="22453" y="43189"/>
                  <a:pt x="25945" y="41442"/>
                  <a:pt x="26421" y="41125"/>
                </a:cubicBezTo>
                <a:cubicBezTo>
                  <a:pt x="26897" y="40807"/>
                  <a:pt x="28485" y="39061"/>
                  <a:pt x="28803" y="38743"/>
                </a:cubicBezTo>
                <a:cubicBezTo>
                  <a:pt x="29120" y="38426"/>
                  <a:pt x="31184" y="37315"/>
                  <a:pt x="31184" y="36362"/>
                </a:cubicBezTo>
                <a:cubicBezTo>
                  <a:pt x="31184" y="35410"/>
                  <a:pt x="29120" y="25091"/>
                  <a:pt x="28803" y="24456"/>
                </a:cubicBezTo>
                <a:cubicBezTo>
                  <a:pt x="28485" y="23821"/>
                  <a:pt x="26421" y="25409"/>
                  <a:pt x="26421" y="26837"/>
                </a:cubicBezTo>
                <a:cubicBezTo>
                  <a:pt x="26421" y="28265"/>
                  <a:pt x="28485" y="44776"/>
                  <a:pt x="28803" y="45887"/>
                </a:cubicBezTo>
                <a:cubicBezTo>
                  <a:pt x="29120" y="46998"/>
                  <a:pt x="30867" y="43823"/>
                  <a:pt x="31184" y="43506"/>
                </a:cubicBezTo>
                <a:cubicBezTo>
                  <a:pt x="31501" y="43189"/>
                  <a:pt x="33247" y="41442"/>
                  <a:pt x="33565" y="41125"/>
                </a:cubicBezTo>
                <a:cubicBezTo>
                  <a:pt x="33883" y="40807"/>
                  <a:pt x="35628" y="39378"/>
                  <a:pt x="35946" y="38743"/>
                </a:cubicBezTo>
                <a:cubicBezTo>
                  <a:pt x="36263" y="38109"/>
                  <a:pt x="38010" y="32552"/>
                  <a:pt x="38327" y="31600"/>
                </a:cubicBezTo>
                <a:cubicBezTo>
                  <a:pt x="38645" y="30647"/>
                  <a:pt x="40709" y="25249"/>
                  <a:pt x="40709" y="24456"/>
                </a:cubicBezTo>
                <a:cubicBezTo>
                  <a:pt x="40709" y="23663"/>
                  <a:pt x="39439" y="19852"/>
                  <a:pt x="38327" y="19693"/>
                </a:cubicBezTo>
                <a:cubicBezTo>
                  <a:pt x="37216" y="19535"/>
                  <a:pt x="25151" y="21599"/>
                  <a:pt x="24040" y="22075"/>
                </a:cubicBezTo>
                <a:cubicBezTo>
                  <a:pt x="22929" y="22551"/>
                  <a:pt x="21659" y="26203"/>
                  <a:pt x="21659" y="26837"/>
                </a:cubicBezTo>
                <a:cubicBezTo>
                  <a:pt x="21659" y="27472"/>
                  <a:pt x="23723" y="31759"/>
                  <a:pt x="24040" y="31600"/>
                </a:cubicBezTo>
                <a:cubicBezTo>
                  <a:pt x="24357" y="31441"/>
                  <a:pt x="26263" y="25726"/>
                  <a:pt x="26421" y="24456"/>
                </a:cubicBezTo>
                <a:cubicBezTo>
                  <a:pt x="26580" y="23186"/>
                  <a:pt x="26580" y="13503"/>
                  <a:pt x="26421" y="12550"/>
                </a:cubicBezTo>
                <a:cubicBezTo>
                  <a:pt x="26263" y="11597"/>
                  <a:pt x="24357" y="10486"/>
                  <a:pt x="24040" y="10169"/>
                </a:cubicBezTo>
                <a:cubicBezTo>
                  <a:pt x="23723" y="9851"/>
                  <a:pt x="22294" y="7787"/>
                  <a:pt x="21659" y="7787"/>
                </a:cubicBezTo>
                <a:cubicBezTo>
                  <a:pt x="21024" y="7787"/>
                  <a:pt x="15150" y="9851"/>
                  <a:pt x="14515" y="10169"/>
                </a:cubicBezTo>
                <a:cubicBezTo>
                  <a:pt x="13880" y="10486"/>
                  <a:pt x="12451" y="12550"/>
                  <a:pt x="12134" y="12550"/>
                </a:cubicBezTo>
                <a:cubicBezTo>
                  <a:pt x="11817" y="12550"/>
                  <a:pt x="10388" y="10169"/>
                  <a:pt x="9753" y="10169"/>
                </a:cubicBezTo>
                <a:cubicBezTo>
                  <a:pt x="9117" y="10169"/>
                  <a:pt x="2926" y="11755"/>
                  <a:pt x="2609" y="12550"/>
                </a:cubicBezTo>
                <a:cubicBezTo>
                  <a:pt x="2291" y="13344"/>
                  <a:pt x="4196" y="21599"/>
                  <a:pt x="4990" y="22075"/>
                </a:cubicBezTo>
                <a:cubicBezTo>
                  <a:pt x="5784" y="22551"/>
                  <a:pt x="13721" y="20011"/>
                  <a:pt x="14515" y="19693"/>
                </a:cubicBezTo>
                <a:cubicBezTo>
                  <a:pt x="15309" y="19375"/>
                  <a:pt x="16579" y="17630"/>
                  <a:pt x="16897" y="17312"/>
                </a:cubicBezTo>
                <a:cubicBezTo>
                  <a:pt x="17215" y="16994"/>
                  <a:pt x="19277" y="15407"/>
                  <a:pt x="19277" y="14931"/>
                </a:cubicBezTo>
                <a:cubicBezTo>
                  <a:pt x="19277" y="14454"/>
                  <a:pt x="17215" y="10327"/>
                  <a:pt x="16897" y="10169"/>
                </a:cubicBezTo>
                <a:cubicBezTo>
                  <a:pt x="16579" y="10010"/>
                  <a:pt x="14515" y="12550"/>
                  <a:pt x="14515" y="12550"/>
                </a:cubicBezTo>
                <a:cubicBezTo>
                  <a:pt x="14515" y="12550"/>
                  <a:pt x="16897" y="10486"/>
                  <a:pt x="16897" y="10169"/>
                </a:cubicBezTo>
                <a:cubicBezTo>
                  <a:pt x="16897" y="9851"/>
                  <a:pt x="14515" y="7311"/>
                  <a:pt x="14515" y="7787"/>
                </a:cubicBezTo>
                <a:cubicBezTo>
                  <a:pt x="14515" y="8263"/>
                  <a:pt x="16421" y="16836"/>
                  <a:pt x="16897" y="17312"/>
                </a:cubicBezTo>
                <a:cubicBezTo>
                  <a:pt x="17373" y="17789"/>
                  <a:pt x="21024" y="15248"/>
                  <a:pt x="21659" y="14931"/>
                </a:cubicBezTo>
                <a:cubicBezTo>
                  <a:pt x="22294" y="14613"/>
                  <a:pt x="26263" y="13185"/>
                  <a:pt x="26421" y="12550"/>
                </a:cubicBezTo>
                <a:cubicBezTo>
                  <a:pt x="26580" y="11915"/>
                  <a:pt x="24516" y="5723"/>
                  <a:pt x="24040" y="5406"/>
                </a:cubicBezTo>
                <a:cubicBezTo>
                  <a:pt x="23564" y="5089"/>
                  <a:pt x="19754" y="7470"/>
                  <a:pt x="19277" y="7787"/>
                </a:cubicBezTo>
                <a:cubicBezTo>
                  <a:pt x="18801" y="8105"/>
                  <a:pt x="17215" y="9851"/>
                  <a:pt x="16897" y="10169"/>
                </a:cubicBezTo>
                <a:cubicBezTo>
                  <a:pt x="16579" y="10486"/>
                  <a:pt x="14515" y="11755"/>
                  <a:pt x="14515" y="12550"/>
                </a:cubicBezTo>
                <a:cubicBezTo>
                  <a:pt x="14515" y="13344"/>
                  <a:pt x="16897" y="21439"/>
                  <a:pt x="16897" y="22075"/>
                </a:cubicBezTo>
                <a:cubicBezTo>
                  <a:pt x="16897" y="22710"/>
                  <a:pt x="14674" y="22075"/>
                  <a:pt x="2609" y="14931"/>
                </a:cubicBezTo>
                <a:close/>
              </a:path>
            </a:pathLst>
          </a:custGeom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7" name=""/>
          <p:cNvSpPr/>
          <p:nvPr/>
        </p:nvSpPr>
        <p:spPr>
          <a:xfrm>
            <a:off x="6049632" y="7558682"/>
            <a:ext cx="312131" cy="26193"/>
          </a:xfrm>
          <a:custGeom>
            <a:avLst/>
            <a:gdLst>
              <a:gd name="connsiteX0" fmla="*/ 15412 w 312131"/>
              <a:gd name="connsiteY0" fmla="*/ 16280 h 26193"/>
              <a:gd name="connsiteX1" fmla="*/ 27318 w 312131"/>
              <a:gd name="connsiteY1" fmla="*/ 18661 h 26193"/>
              <a:gd name="connsiteX2" fmla="*/ 34462 w 312131"/>
              <a:gd name="connsiteY2" fmla="*/ 21043 h 26193"/>
              <a:gd name="connsiteX3" fmla="*/ 43986 w 312131"/>
              <a:gd name="connsiteY3" fmla="*/ 21043 h 26193"/>
              <a:gd name="connsiteX4" fmla="*/ 46368 w 312131"/>
              <a:gd name="connsiteY4" fmla="*/ 23424 h 26193"/>
              <a:gd name="connsiteX5" fmla="*/ 127330 w 312131"/>
              <a:gd name="connsiteY5" fmla="*/ 21043 h 26193"/>
              <a:gd name="connsiteX6" fmla="*/ 198768 w 312131"/>
              <a:gd name="connsiteY6" fmla="*/ 23424 h 26193"/>
              <a:gd name="connsiteX7" fmla="*/ 191624 w 312131"/>
              <a:gd name="connsiteY7" fmla="*/ 23424 h 26193"/>
              <a:gd name="connsiteX8" fmla="*/ 189242 w 312131"/>
              <a:gd name="connsiteY8" fmla="*/ 21043 h 26193"/>
              <a:gd name="connsiteX9" fmla="*/ 96374 w 312131"/>
              <a:gd name="connsiteY9" fmla="*/ 23424 h 26193"/>
              <a:gd name="connsiteX10" fmla="*/ 79705 w 312131"/>
              <a:gd name="connsiteY10" fmla="*/ 23424 h 26193"/>
              <a:gd name="connsiteX11" fmla="*/ 77324 w 312131"/>
              <a:gd name="connsiteY11" fmla="*/ 25805 h 26193"/>
              <a:gd name="connsiteX12" fmla="*/ 20174 w 312131"/>
              <a:gd name="connsiteY12" fmla="*/ 23424 h 26193"/>
              <a:gd name="connsiteX13" fmla="*/ 39224 w 312131"/>
              <a:gd name="connsiteY13" fmla="*/ 23424 h 26193"/>
              <a:gd name="connsiteX14" fmla="*/ 41605 w 312131"/>
              <a:gd name="connsiteY14" fmla="*/ 21043 h 26193"/>
              <a:gd name="connsiteX15" fmla="*/ 70180 w 312131"/>
              <a:gd name="connsiteY15" fmla="*/ 21043 h 26193"/>
              <a:gd name="connsiteX16" fmla="*/ 72562 w 312131"/>
              <a:gd name="connsiteY16" fmla="*/ 18661 h 26193"/>
              <a:gd name="connsiteX17" fmla="*/ 96374 w 312131"/>
              <a:gd name="connsiteY17" fmla="*/ 18661 h 26193"/>
              <a:gd name="connsiteX18" fmla="*/ 101136 w 312131"/>
              <a:gd name="connsiteY18" fmla="*/ 16280 h 26193"/>
              <a:gd name="connsiteX19" fmla="*/ 155905 w 312131"/>
              <a:gd name="connsiteY19" fmla="*/ 16280 h 26193"/>
              <a:gd name="connsiteX20" fmla="*/ 160668 w 312131"/>
              <a:gd name="connsiteY20" fmla="*/ 13899 h 26193"/>
              <a:gd name="connsiteX21" fmla="*/ 179718 w 312131"/>
              <a:gd name="connsiteY21" fmla="*/ 13899 h 26193"/>
              <a:gd name="connsiteX22" fmla="*/ 184480 w 312131"/>
              <a:gd name="connsiteY22" fmla="*/ 11517 h 26193"/>
              <a:gd name="connsiteX23" fmla="*/ 239249 w 312131"/>
              <a:gd name="connsiteY23" fmla="*/ 11517 h 26193"/>
              <a:gd name="connsiteX24" fmla="*/ 241630 w 312131"/>
              <a:gd name="connsiteY24" fmla="*/ 9136 h 26193"/>
              <a:gd name="connsiteX25" fmla="*/ 298780 w 312131"/>
              <a:gd name="connsiteY25" fmla="*/ 9136 h 26193"/>
              <a:gd name="connsiteX26" fmla="*/ 301162 w 312131"/>
              <a:gd name="connsiteY26" fmla="*/ 6755 h 26193"/>
              <a:gd name="connsiteX27" fmla="*/ 122568 w 312131"/>
              <a:gd name="connsiteY27" fmla="*/ 4374 h 26193"/>
              <a:gd name="connsiteX28" fmla="*/ 32080 w 312131"/>
              <a:gd name="connsiteY28" fmla="*/ 6755 h 26193"/>
              <a:gd name="connsiteX29" fmla="*/ 27318 w 312131"/>
              <a:gd name="connsiteY29" fmla="*/ 6755 h 26193"/>
              <a:gd name="connsiteX30" fmla="*/ 24936 w 312131"/>
              <a:gd name="connsiteY30" fmla="*/ 9136 h 26193"/>
              <a:gd name="connsiteX31" fmla="*/ 22555 w 312131"/>
              <a:gd name="connsiteY31" fmla="*/ 9136 h 26193"/>
              <a:gd name="connsiteX32" fmla="*/ 20174 w 312131"/>
              <a:gd name="connsiteY32" fmla="*/ 11517 h 26193"/>
              <a:gd name="connsiteX33" fmla="*/ 15412 w 312131"/>
              <a:gd name="connsiteY33" fmla="*/ 13899 h 26193"/>
              <a:gd name="connsiteX34" fmla="*/ 27318 w 312131"/>
              <a:gd name="connsiteY34" fmla="*/ 13899 h 26193"/>
              <a:gd name="connsiteX35" fmla="*/ 29699 w 312131"/>
              <a:gd name="connsiteY35" fmla="*/ 11517 h 26193"/>
              <a:gd name="connsiteX36" fmla="*/ 34462 w 312131"/>
              <a:gd name="connsiteY36" fmla="*/ 9136 h 26193"/>
              <a:gd name="connsiteX37" fmla="*/ 48749 w 312131"/>
              <a:gd name="connsiteY37" fmla="*/ 6755 h 26193"/>
              <a:gd name="connsiteX38" fmla="*/ 72562 w 312131"/>
              <a:gd name="connsiteY38" fmla="*/ 6755 h 26193"/>
              <a:gd name="connsiteX39" fmla="*/ 74942 w 312131"/>
              <a:gd name="connsiteY39" fmla="*/ 4374 h 26193"/>
              <a:gd name="connsiteX40" fmla="*/ 101136 w 312131"/>
              <a:gd name="connsiteY40" fmla="*/ 4374 h 26193"/>
              <a:gd name="connsiteX41" fmla="*/ 103518 w 312131"/>
              <a:gd name="connsiteY41" fmla="*/ 1993 h 26193"/>
              <a:gd name="connsiteX42" fmla="*/ 201149 w 312131"/>
              <a:gd name="connsiteY42" fmla="*/ -388 h 26193"/>
              <a:gd name="connsiteX43" fmla="*/ 265442 w 312131"/>
              <a:gd name="connsiteY43" fmla="*/ 1993 h 26193"/>
              <a:gd name="connsiteX44" fmla="*/ 263062 w 312131"/>
              <a:gd name="connsiteY44" fmla="*/ 6755 h 26193"/>
              <a:gd name="connsiteX45" fmla="*/ 260680 w 312131"/>
              <a:gd name="connsiteY45" fmla="*/ 9136 h 26193"/>
              <a:gd name="connsiteX46" fmla="*/ 253536 w 312131"/>
              <a:gd name="connsiteY46" fmla="*/ 11517 h 26193"/>
              <a:gd name="connsiteX47" fmla="*/ 251155 w 312131"/>
              <a:gd name="connsiteY47" fmla="*/ 11517 h 26193"/>
              <a:gd name="connsiteX48" fmla="*/ 248774 w 312131"/>
              <a:gd name="connsiteY48" fmla="*/ 13899 h 26193"/>
              <a:gd name="connsiteX49" fmla="*/ 236868 w 312131"/>
              <a:gd name="connsiteY49" fmla="*/ 16280 h 26193"/>
              <a:gd name="connsiteX50" fmla="*/ 224962 w 312131"/>
              <a:gd name="connsiteY50" fmla="*/ 18661 h 26193"/>
              <a:gd name="connsiteX51" fmla="*/ 201149 w 312131"/>
              <a:gd name="connsiteY51" fmla="*/ 21043 h 26193"/>
              <a:gd name="connsiteX52" fmla="*/ 27318 w 312131"/>
              <a:gd name="connsiteY52" fmla="*/ 21043 h 26193"/>
              <a:gd name="connsiteX53" fmla="*/ 29699 w 312131"/>
              <a:gd name="connsiteY53" fmla="*/ 18661 h 26193"/>
              <a:gd name="connsiteX54" fmla="*/ 36842 w 312131"/>
              <a:gd name="connsiteY54" fmla="*/ 18661 h 26193"/>
              <a:gd name="connsiteX55" fmla="*/ 39224 w 312131"/>
              <a:gd name="connsiteY55" fmla="*/ 16280 h 26193"/>
              <a:gd name="connsiteX56" fmla="*/ 58274 w 312131"/>
              <a:gd name="connsiteY56" fmla="*/ 16280 h 26193"/>
              <a:gd name="connsiteX57" fmla="*/ 60655 w 312131"/>
              <a:gd name="connsiteY57" fmla="*/ 13899 h 26193"/>
              <a:gd name="connsiteX58" fmla="*/ 86849 w 312131"/>
              <a:gd name="connsiteY58" fmla="*/ 13899 h 26193"/>
              <a:gd name="connsiteX59" fmla="*/ 89230 w 312131"/>
              <a:gd name="connsiteY59" fmla="*/ 11517 h 26193"/>
              <a:gd name="connsiteX60" fmla="*/ 265442 w 312131"/>
              <a:gd name="connsiteY60" fmla="*/ 13899 h 26193"/>
              <a:gd name="connsiteX61" fmla="*/ 224962 w 312131"/>
              <a:gd name="connsiteY61" fmla="*/ 13899 h 26193"/>
              <a:gd name="connsiteX62" fmla="*/ 222580 w 312131"/>
              <a:gd name="connsiteY62" fmla="*/ 16280 h 26193"/>
              <a:gd name="connsiteX63" fmla="*/ 65418 w 312131"/>
              <a:gd name="connsiteY63" fmla="*/ 16280 h 26193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312131" h="26193">
                <a:moveTo>
                  <a:pt x="15412" y="16280"/>
                </a:moveTo>
                <a:cubicBezTo>
                  <a:pt x="16205" y="16439"/>
                  <a:pt x="26048" y="18344"/>
                  <a:pt x="27318" y="18661"/>
                </a:cubicBezTo>
                <a:cubicBezTo>
                  <a:pt x="28588" y="18979"/>
                  <a:pt x="33350" y="20884"/>
                  <a:pt x="34462" y="21043"/>
                </a:cubicBezTo>
                <a:cubicBezTo>
                  <a:pt x="35573" y="21201"/>
                  <a:pt x="43192" y="20884"/>
                  <a:pt x="43986" y="21043"/>
                </a:cubicBezTo>
                <a:cubicBezTo>
                  <a:pt x="44780" y="21201"/>
                  <a:pt x="40812" y="23424"/>
                  <a:pt x="46368" y="23424"/>
                </a:cubicBezTo>
                <a:cubicBezTo>
                  <a:pt x="51924" y="23424"/>
                  <a:pt x="117170" y="21043"/>
                  <a:pt x="127330" y="21043"/>
                </a:cubicBezTo>
                <a:cubicBezTo>
                  <a:pt x="137490" y="21043"/>
                  <a:pt x="194481" y="23265"/>
                  <a:pt x="198768" y="23424"/>
                </a:cubicBezTo>
                <a:cubicBezTo>
                  <a:pt x="203054" y="23583"/>
                  <a:pt x="192259" y="23583"/>
                  <a:pt x="191624" y="23424"/>
                </a:cubicBezTo>
                <a:cubicBezTo>
                  <a:pt x="190989" y="23265"/>
                  <a:pt x="195592" y="21043"/>
                  <a:pt x="189242" y="21043"/>
                </a:cubicBezTo>
                <a:cubicBezTo>
                  <a:pt x="182892" y="21043"/>
                  <a:pt x="103676" y="23265"/>
                  <a:pt x="96374" y="23424"/>
                </a:cubicBezTo>
                <a:cubicBezTo>
                  <a:pt x="89072" y="23583"/>
                  <a:pt x="80975" y="23265"/>
                  <a:pt x="79705" y="23424"/>
                </a:cubicBezTo>
                <a:cubicBezTo>
                  <a:pt x="78436" y="23583"/>
                  <a:pt x="81293" y="25805"/>
                  <a:pt x="77324" y="25805"/>
                </a:cubicBezTo>
                <a:cubicBezTo>
                  <a:pt x="73355" y="25805"/>
                  <a:pt x="22714" y="23583"/>
                  <a:pt x="20174" y="23424"/>
                </a:cubicBezTo>
                <a:cubicBezTo>
                  <a:pt x="17634" y="23265"/>
                  <a:pt x="37795" y="23583"/>
                  <a:pt x="39224" y="23424"/>
                </a:cubicBezTo>
                <a:cubicBezTo>
                  <a:pt x="40653" y="23265"/>
                  <a:pt x="39542" y="21201"/>
                  <a:pt x="41605" y="21043"/>
                </a:cubicBezTo>
                <a:cubicBezTo>
                  <a:pt x="43668" y="20884"/>
                  <a:pt x="68117" y="21201"/>
                  <a:pt x="70180" y="21043"/>
                </a:cubicBezTo>
                <a:cubicBezTo>
                  <a:pt x="72244" y="20884"/>
                  <a:pt x="70815" y="18820"/>
                  <a:pt x="72562" y="18661"/>
                </a:cubicBezTo>
                <a:cubicBezTo>
                  <a:pt x="74308" y="18503"/>
                  <a:pt x="94469" y="18820"/>
                  <a:pt x="96374" y="18661"/>
                </a:cubicBezTo>
                <a:cubicBezTo>
                  <a:pt x="98279" y="18503"/>
                  <a:pt x="97168" y="16439"/>
                  <a:pt x="101136" y="16280"/>
                </a:cubicBezTo>
                <a:cubicBezTo>
                  <a:pt x="105106" y="16121"/>
                  <a:pt x="151936" y="16439"/>
                  <a:pt x="155905" y="16280"/>
                </a:cubicBezTo>
                <a:cubicBezTo>
                  <a:pt x="159874" y="16121"/>
                  <a:pt x="159080" y="14057"/>
                  <a:pt x="160668" y="13899"/>
                </a:cubicBezTo>
                <a:cubicBezTo>
                  <a:pt x="162255" y="13740"/>
                  <a:pt x="178130" y="14057"/>
                  <a:pt x="179718" y="13899"/>
                </a:cubicBezTo>
                <a:cubicBezTo>
                  <a:pt x="181306" y="13740"/>
                  <a:pt x="180511" y="11676"/>
                  <a:pt x="184480" y="11517"/>
                </a:cubicBezTo>
                <a:cubicBezTo>
                  <a:pt x="188449" y="11359"/>
                  <a:pt x="235439" y="11676"/>
                  <a:pt x="239249" y="11517"/>
                </a:cubicBezTo>
                <a:cubicBezTo>
                  <a:pt x="243058" y="11359"/>
                  <a:pt x="237661" y="9295"/>
                  <a:pt x="241630" y="9136"/>
                </a:cubicBezTo>
                <a:cubicBezTo>
                  <a:pt x="245599" y="8977"/>
                  <a:pt x="294811" y="9295"/>
                  <a:pt x="298780" y="9136"/>
                </a:cubicBezTo>
                <a:cubicBezTo>
                  <a:pt x="302749" y="8977"/>
                  <a:pt x="312909" y="7073"/>
                  <a:pt x="301162" y="6755"/>
                </a:cubicBezTo>
                <a:cubicBezTo>
                  <a:pt x="289414" y="6437"/>
                  <a:pt x="140507" y="4374"/>
                  <a:pt x="122568" y="4374"/>
                </a:cubicBezTo>
                <a:cubicBezTo>
                  <a:pt x="104628" y="4374"/>
                  <a:pt x="38430" y="6596"/>
                  <a:pt x="32080" y="6755"/>
                </a:cubicBezTo>
                <a:cubicBezTo>
                  <a:pt x="25730" y="6913"/>
                  <a:pt x="27794" y="6595"/>
                  <a:pt x="27318" y="6755"/>
                </a:cubicBezTo>
                <a:cubicBezTo>
                  <a:pt x="26842" y="6914"/>
                  <a:pt x="25254" y="8977"/>
                  <a:pt x="24936" y="9136"/>
                </a:cubicBezTo>
                <a:cubicBezTo>
                  <a:pt x="24619" y="9295"/>
                  <a:pt x="22872" y="8977"/>
                  <a:pt x="22555" y="9136"/>
                </a:cubicBezTo>
                <a:cubicBezTo>
                  <a:pt x="22238" y="9295"/>
                  <a:pt x="20650" y="11200"/>
                  <a:pt x="20174" y="11517"/>
                </a:cubicBezTo>
                <a:cubicBezTo>
                  <a:pt x="19698" y="11835"/>
                  <a:pt x="14935" y="13740"/>
                  <a:pt x="15412" y="13899"/>
                </a:cubicBezTo>
                <a:cubicBezTo>
                  <a:pt x="15888" y="14057"/>
                  <a:pt x="26366" y="14057"/>
                  <a:pt x="27318" y="13899"/>
                </a:cubicBezTo>
                <a:cubicBezTo>
                  <a:pt x="28270" y="13740"/>
                  <a:pt x="29223" y="11835"/>
                  <a:pt x="29699" y="11517"/>
                </a:cubicBezTo>
                <a:cubicBezTo>
                  <a:pt x="30175" y="11200"/>
                  <a:pt x="33191" y="9454"/>
                  <a:pt x="34462" y="9136"/>
                </a:cubicBezTo>
                <a:cubicBezTo>
                  <a:pt x="35732" y="8818"/>
                  <a:pt x="46209" y="6914"/>
                  <a:pt x="48749" y="6755"/>
                </a:cubicBezTo>
                <a:cubicBezTo>
                  <a:pt x="51289" y="6595"/>
                  <a:pt x="70816" y="6913"/>
                  <a:pt x="72562" y="6755"/>
                </a:cubicBezTo>
                <a:cubicBezTo>
                  <a:pt x="74307" y="6596"/>
                  <a:pt x="73037" y="4533"/>
                  <a:pt x="74942" y="4374"/>
                </a:cubicBezTo>
                <a:cubicBezTo>
                  <a:pt x="76847" y="4215"/>
                  <a:pt x="99231" y="4533"/>
                  <a:pt x="101136" y="4374"/>
                </a:cubicBezTo>
                <a:cubicBezTo>
                  <a:pt x="103042" y="4215"/>
                  <a:pt x="96850" y="2310"/>
                  <a:pt x="103518" y="1993"/>
                </a:cubicBezTo>
                <a:cubicBezTo>
                  <a:pt x="110185" y="1675"/>
                  <a:pt x="190354" y="-388"/>
                  <a:pt x="201149" y="-388"/>
                </a:cubicBezTo>
                <a:cubicBezTo>
                  <a:pt x="211944" y="-388"/>
                  <a:pt x="261314" y="1516"/>
                  <a:pt x="265442" y="1993"/>
                </a:cubicBezTo>
                <a:cubicBezTo>
                  <a:pt x="269570" y="2469"/>
                  <a:pt x="263379" y="6278"/>
                  <a:pt x="263062" y="6755"/>
                </a:cubicBezTo>
                <a:cubicBezTo>
                  <a:pt x="262744" y="7231"/>
                  <a:pt x="261315" y="8818"/>
                  <a:pt x="260680" y="9136"/>
                </a:cubicBezTo>
                <a:cubicBezTo>
                  <a:pt x="260045" y="9454"/>
                  <a:pt x="254172" y="11359"/>
                  <a:pt x="253536" y="11517"/>
                </a:cubicBezTo>
                <a:cubicBezTo>
                  <a:pt x="252901" y="11676"/>
                  <a:pt x="251473" y="11359"/>
                  <a:pt x="251155" y="11517"/>
                </a:cubicBezTo>
                <a:cubicBezTo>
                  <a:pt x="250837" y="11676"/>
                  <a:pt x="249726" y="13581"/>
                  <a:pt x="248774" y="13899"/>
                </a:cubicBezTo>
                <a:cubicBezTo>
                  <a:pt x="247822" y="14216"/>
                  <a:pt x="238455" y="15963"/>
                  <a:pt x="236868" y="16280"/>
                </a:cubicBezTo>
                <a:cubicBezTo>
                  <a:pt x="235280" y="16597"/>
                  <a:pt x="227342" y="18344"/>
                  <a:pt x="224962" y="18661"/>
                </a:cubicBezTo>
                <a:cubicBezTo>
                  <a:pt x="222580" y="18979"/>
                  <a:pt x="214326" y="20884"/>
                  <a:pt x="201149" y="21043"/>
                </a:cubicBezTo>
                <a:cubicBezTo>
                  <a:pt x="187972" y="21201"/>
                  <a:pt x="38748" y="21201"/>
                  <a:pt x="27318" y="21043"/>
                </a:cubicBezTo>
                <a:cubicBezTo>
                  <a:pt x="15888" y="20884"/>
                  <a:pt x="29064" y="18820"/>
                  <a:pt x="29699" y="18661"/>
                </a:cubicBezTo>
                <a:cubicBezTo>
                  <a:pt x="30334" y="18503"/>
                  <a:pt x="36206" y="18820"/>
                  <a:pt x="36842" y="18661"/>
                </a:cubicBezTo>
                <a:cubicBezTo>
                  <a:pt x="37478" y="18503"/>
                  <a:pt x="37795" y="16439"/>
                  <a:pt x="39224" y="16280"/>
                </a:cubicBezTo>
                <a:cubicBezTo>
                  <a:pt x="40653" y="16121"/>
                  <a:pt x="56846" y="16439"/>
                  <a:pt x="58274" y="16280"/>
                </a:cubicBezTo>
                <a:cubicBezTo>
                  <a:pt x="59702" y="16121"/>
                  <a:pt x="58750" y="14057"/>
                  <a:pt x="60655" y="13899"/>
                </a:cubicBezTo>
                <a:cubicBezTo>
                  <a:pt x="62560" y="13740"/>
                  <a:pt x="84944" y="14057"/>
                  <a:pt x="86849" y="13899"/>
                </a:cubicBezTo>
                <a:cubicBezTo>
                  <a:pt x="88754" y="13740"/>
                  <a:pt x="77324" y="11517"/>
                  <a:pt x="89230" y="11517"/>
                </a:cubicBezTo>
                <a:cubicBezTo>
                  <a:pt x="101136" y="11517"/>
                  <a:pt x="256393" y="13740"/>
                  <a:pt x="265442" y="13899"/>
                </a:cubicBezTo>
                <a:cubicBezTo>
                  <a:pt x="274491" y="14057"/>
                  <a:pt x="227819" y="13740"/>
                  <a:pt x="224962" y="13899"/>
                </a:cubicBezTo>
                <a:cubicBezTo>
                  <a:pt x="222104" y="14057"/>
                  <a:pt x="233217" y="16121"/>
                  <a:pt x="222580" y="16280"/>
                </a:cubicBezTo>
                <a:cubicBezTo>
                  <a:pt x="211944" y="16439"/>
                  <a:pt x="75896" y="16280"/>
                  <a:pt x="65418" y="16280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0" name="TextBox 16"/>
          <p:cNvSpPr txBox="1"/>
          <p:nvPr/>
        </p:nvSpPr>
        <p:spPr>
          <a:xfrm>
            <a:off x="10896600" y="3622185"/>
            <a:ext cx="6096000" cy="41216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기어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단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(DIP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스위치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7-segment)</a:t>
            </a:r>
            <a:endPara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가속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버튼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현재속도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10km/h (8array -7segment)</a:t>
            </a:r>
            <a:endPara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현재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RPM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표시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(servo 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모터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f9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3000"/>
            </a:blip>
            <a:stretch>
              <a:fillRect/>
            </a:stretch>
          </a:blip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 rot="0">
            <a:off x="876300" y="730372"/>
            <a:ext cx="16535400" cy="8826256"/>
            <a:chOff x="0" y="0"/>
            <a:chExt cx="4355002" cy="23246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algn="ctr">
                <a:lnSpc>
                  <a:spcPts val="2520"/>
                </a:lnSpc>
                <a:defRPr/>
              </a:pPr>
              <a:endParaRPr lang="ko-KR" altLang="en-US"/>
            </a:p>
          </p:txBody>
        </p:sp>
      </p:grpSp>
      <p:sp>
        <p:nvSpPr>
          <p:cNvPr id="6" name="AutoShape 6"/>
          <p:cNvSpPr/>
          <p:nvPr/>
        </p:nvSpPr>
        <p:spPr>
          <a:xfrm>
            <a:off x="1875196" y="3192092"/>
            <a:ext cx="14537608" cy="0"/>
          </a:xfrm>
          <a:prstGeom prst="line">
            <a:avLst/>
          </a:prstGeom>
          <a:ln w="9525" cap="flat">
            <a:solidFill>
              <a:srgbClr val="7f90d4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737975" y="3415930"/>
            <a:ext cx="9096284" cy="5708866"/>
          </a:xfrm>
          <a:custGeom>
            <a:avLst/>
            <a:gdLst/>
            <a:rect l="l" t="t" r="r" b="b"/>
            <a:pathLst>
              <a:path w="9096284" h="5708866">
                <a:moveTo>
                  <a:pt x="0" y="0"/>
                </a:moveTo>
                <a:lnTo>
                  <a:pt x="9096284" y="0"/>
                </a:lnTo>
                <a:lnTo>
                  <a:pt x="9096284" y="5708865"/>
                </a:lnTo>
                <a:lnTo>
                  <a:pt x="0" y="5708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2014804" y="1694012"/>
            <a:ext cx="2525890" cy="131588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</a:t>
            </a:r>
            <a:r>
              <a:rPr lang="en-US" altLang="ko-KR" sz="7399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3</a:t>
            </a:r>
            <a:endParaRPr lang="en-US" altLang="ko-KR" sz="7399">
              <a:solidFill>
                <a:srgbClr val="7f90d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411099" y="1694012"/>
            <a:ext cx="8476101" cy="131588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ko-KR" altLang="en-US" sz="739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가속 모듈 기능</a:t>
            </a:r>
            <a:endParaRPr lang="ko-KR" altLang="en-US" sz="7399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008608" y="2333432"/>
            <a:ext cx="5248366" cy="52406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26"/>
              </a:lnSpc>
              <a:spcBef>
                <a:spcPct val="0"/>
              </a:spcBef>
              <a:defRPr/>
            </a:pPr>
            <a:endParaRPr lang="en-US" sz="3019">
              <a:solidFill>
                <a:srgbClr val="54545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15" name=""/>
          <p:cNvSpPr/>
          <p:nvPr/>
        </p:nvSpPr>
        <p:spPr>
          <a:xfrm>
            <a:off x="4419600" y="6591300"/>
            <a:ext cx="1371600" cy="381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"/>
          <p:cNvSpPr/>
          <p:nvPr/>
        </p:nvSpPr>
        <p:spPr>
          <a:xfrm>
            <a:off x="4038600" y="6591300"/>
            <a:ext cx="304800" cy="381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"/>
          <p:cNvSpPr/>
          <p:nvPr/>
        </p:nvSpPr>
        <p:spPr>
          <a:xfrm>
            <a:off x="3657600" y="5905500"/>
            <a:ext cx="609600" cy="6096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"/>
          <p:cNvSpPr/>
          <p:nvPr/>
        </p:nvSpPr>
        <p:spPr>
          <a:xfrm>
            <a:off x="6705600" y="7048500"/>
            <a:ext cx="914400" cy="1143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"/>
          <p:cNvSpPr/>
          <p:nvPr/>
        </p:nvSpPr>
        <p:spPr>
          <a:xfrm>
            <a:off x="3429000" y="7048500"/>
            <a:ext cx="1066800" cy="1143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"/>
          <p:cNvSpPr/>
          <p:nvPr/>
        </p:nvSpPr>
        <p:spPr>
          <a:xfrm>
            <a:off x="5943600" y="7353300"/>
            <a:ext cx="457200" cy="381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" name=""/>
          <p:cNvSpPr/>
          <p:nvPr/>
        </p:nvSpPr>
        <p:spPr>
          <a:xfrm>
            <a:off x="5585218" y="6708576"/>
            <a:ext cx="108350" cy="169068"/>
          </a:xfrm>
          <a:custGeom>
            <a:avLst/>
            <a:gdLst>
              <a:gd name="connsiteX0" fmla="*/ 34531 w 108350"/>
              <a:gd name="connsiteY0" fmla="*/ 4373 h 169068"/>
              <a:gd name="connsiteX1" fmla="*/ 32150 w 108350"/>
              <a:gd name="connsiteY1" fmla="*/ 16280 h 169068"/>
              <a:gd name="connsiteX2" fmla="*/ 29769 w 108350"/>
              <a:gd name="connsiteY2" fmla="*/ 18661 h 169068"/>
              <a:gd name="connsiteX3" fmla="*/ 27387 w 108350"/>
              <a:gd name="connsiteY3" fmla="*/ 21042 h 169068"/>
              <a:gd name="connsiteX4" fmla="*/ 25007 w 108350"/>
              <a:gd name="connsiteY4" fmla="*/ 40092 h 169068"/>
              <a:gd name="connsiteX5" fmla="*/ 22625 w 108350"/>
              <a:gd name="connsiteY5" fmla="*/ 54380 h 169068"/>
              <a:gd name="connsiteX6" fmla="*/ 20244 w 108350"/>
              <a:gd name="connsiteY6" fmla="*/ 99623 h 169068"/>
              <a:gd name="connsiteX7" fmla="*/ 17863 w 108350"/>
              <a:gd name="connsiteY7" fmla="*/ 109149 h 169068"/>
              <a:gd name="connsiteX8" fmla="*/ 15481 w 108350"/>
              <a:gd name="connsiteY8" fmla="*/ 111530 h 169068"/>
              <a:gd name="connsiteX9" fmla="*/ 13100 w 108350"/>
              <a:gd name="connsiteY9" fmla="*/ 121055 h 169068"/>
              <a:gd name="connsiteX10" fmla="*/ 10719 w 108350"/>
              <a:gd name="connsiteY10" fmla="*/ 128199 h 169068"/>
              <a:gd name="connsiteX11" fmla="*/ 8337 w 108350"/>
              <a:gd name="connsiteY11" fmla="*/ 137723 h 169068"/>
              <a:gd name="connsiteX12" fmla="*/ 5956 w 108350"/>
              <a:gd name="connsiteY12" fmla="*/ 140105 h 169068"/>
              <a:gd name="connsiteX13" fmla="*/ 3575 w 108350"/>
              <a:gd name="connsiteY13" fmla="*/ 149630 h 169068"/>
              <a:gd name="connsiteX14" fmla="*/ 1194 w 108350"/>
              <a:gd name="connsiteY14" fmla="*/ 161536 h 169068"/>
              <a:gd name="connsiteX15" fmla="*/ 3575 w 108350"/>
              <a:gd name="connsiteY15" fmla="*/ 166299 h 169068"/>
              <a:gd name="connsiteX16" fmla="*/ 70250 w 108350"/>
              <a:gd name="connsiteY16" fmla="*/ 168680 h 169068"/>
              <a:gd name="connsiteX17" fmla="*/ 84537 w 108350"/>
              <a:gd name="connsiteY17" fmla="*/ 166299 h 169068"/>
              <a:gd name="connsiteX18" fmla="*/ 86919 w 108350"/>
              <a:gd name="connsiteY18" fmla="*/ 163917 h 169068"/>
              <a:gd name="connsiteX19" fmla="*/ 89300 w 108350"/>
              <a:gd name="connsiteY19" fmla="*/ 156773 h 169068"/>
              <a:gd name="connsiteX20" fmla="*/ 91681 w 108350"/>
              <a:gd name="connsiteY20" fmla="*/ 142486 h 169068"/>
              <a:gd name="connsiteX21" fmla="*/ 94063 w 108350"/>
              <a:gd name="connsiteY21" fmla="*/ 125817 h 169068"/>
              <a:gd name="connsiteX22" fmla="*/ 96444 w 108350"/>
              <a:gd name="connsiteY22" fmla="*/ 118673 h 169068"/>
              <a:gd name="connsiteX23" fmla="*/ 98825 w 108350"/>
              <a:gd name="connsiteY23" fmla="*/ 104386 h 169068"/>
              <a:gd name="connsiteX24" fmla="*/ 101207 w 108350"/>
              <a:gd name="connsiteY24" fmla="*/ 87717 h 169068"/>
              <a:gd name="connsiteX25" fmla="*/ 103587 w 108350"/>
              <a:gd name="connsiteY25" fmla="*/ 73430 h 169068"/>
              <a:gd name="connsiteX26" fmla="*/ 105969 w 108350"/>
              <a:gd name="connsiteY26" fmla="*/ 61523 h 169068"/>
              <a:gd name="connsiteX27" fmla="*/ 108350 w 108350"/>
              <a:gd name="connsiteY27" fmla="*/ 40092 h 169068"/>
              <a:gd name="connsiteX28" fmla="*/ 105969 w 108350"/>
              <a:gd name="connsiteY28" fmla="*/ 9136 h 169068"/>
              <a:gd name="connsiteX29" fmla="*/ 103587 w 108350"/>
              <a:gd name="connsiteY29" fmla="*/ 6755 h 169068"/>
              <a:gd name="connsiteX30" fmla="*/ 96444 w 108350"/>
              <a:gd name="connsiteY30" fmla="*/ 4373 h 169068"/>
              <a:gd name="connsiteX31" fmla="*/ 89300 w 108350"/>
              <a:gd name="connsiteY31" fmla="*/ 1992 h 169068"/>
              <a:gd name="connsiteX32" fmla="*/ 72631 w 108350"/>
              <a:gd name="connsiteY32" fmla="*/ -389 h 169068"/>
              <a:gd name="connsiteX33" fmla="*/ 34531 w 108350"/>
              <a:gd name="connsiteY33" fmla="*/ 4373 h 16906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08350" h="169068">
                <a:moveTo>
                  <a:pt x="34531" y="4373"/>
                </a:moveTo>
                <a:cubicBezTo>
                  <a:pt x="34373" y="5167"/>
                  <a:pt x="32467" y="15327"/>
                  <a:pt x="32150" y="16280"/>
                </a:cubicBezTo>
                <a:cubicBezTo>
                  <a:pt x="31833" y="17232"/>
                  <a:pt x="30086" y="18343"/>
                  <a:pt x="29769" y="18661"/>
                </a:cubicBezTo>
                <a:cubicBezTo>
                  <a:pt x="29451" y="18978"/>
                  <a:pt x="27705" y="19613"/>
                  <a:pt x="27387" y="21042"/>
                </a:cubicBezTo>
                <a:cubicBezTo>
                  <a:pt x="27070" y="22471"/>
                  <a:pt x="25325" y="37870"/>
                  <a:pt x="25007" y="40092"/>
                </a:cubicBezTo>
                <a:cubicBezTo>
                  <a:pt x="24689" y="42315"/>
                  <a:pt x="22943" y="50411"/>
                  <a:pt x="22625" y="54380"/>
                </a:cubicBezTo>
                <a:cubicBezTo>
                  <a:pt x="22307" y="58348"/>
                  <a:pt x="20561" y="95972"/>
                  <a:pt x="20244" y="99623"/>
                </a:cubicBezTo>
                <a:cubicBezTo>
                  <a:pt x="19927" y="103275"/>
                  <a:pt x="18180" y="108354"/>
                  <a:pt x="17863" y="109149"/>
                </a:cubicBezTo>
                <a:cubicBezTo>
                  <a:pt x="17545" y="109943"/>
                  <a:pt x="15799" y="110736"/>
                  <a:pt x="15481" y="111530"/>
                </a:cubicBezTo>
                <a:cubicBezTo>
                  <a:pt x="15164" y="112323"/>
                  <a:pt x="13417" y="119944"/>
                  <a:pt x="13100" y="121055"/>
                </a:cubicBezTo>
                <a:cubicBezTo>
                  <a:pt x="12783" y="122166"/>
                  <a:pt x="11036" y="127087"/>
                  <a:pt x="10719" y="128199"/>
                </a:cubicBezTo>
                <a:cubicBezTo>
                  <a:pt x="10401" y="129309"/>
                  <a:pt x="8655" y="136930"/>
                  <a:pt x="8337" y="137723"/>
                </a:cubicBezTo>
                <a:cubicBezTo>
                  <a:pt x="8020" y="138517"/>
                  <a:pt x="6274" y="139311"/>
                  <a:pt x="5956" y="140105"/>
                </a:cubicBezTo>
                <a:cubicBezTo>
                  <a:pt x="5638" y="140899"/>
                  <a:pt x="3893" y="148201"/>
                  <a:pt x="3575" y="149630"/>
                </a:cubicBezTo>
                <a:cubicBezTo>
                  <a:pt x="3256" y="151059"/>
                  <a:pt x="1194" y="160425"/>
                  <a:pt x="1194" y="161536"/>
                </a:cubicBezTo>
                <a:cubicBezTo>
                  <a:pt x="1194" y="162647"/>
                  <a:pt x="-1029" y="165822"/>
                  <a:pt x="3575" y="166299"/>
                </a:cubicBezTo>
                <a:cubicBezTo>
                  <a:pt x="8178" y="166775"/>
                  <a:pt x="64852" y="168680"/>
                  <a:pt x="70250" y="168680"/>
                </a:cubicBezTo>
                <a:cubicBezTo>
                  <a:pt x="75648" y="168680"/>
                  <a:pt x="83426" y="166616"/>
                  <a:pt x="84537" y="166299"/>
                </a:cubicBezTo>
                <a:cubicBezTo>
                  <a:pt x="85649" y="165981"/>
                  <a:pt x="86601" y="164552"/>
                  <a:pt x="86919" y="163917"/>
                </a:cubicBezTo>
                <a:cubicBezTo>
                  <a:pt x="87236" y="163283"/>
                  <a:pt x="88983" y="158202"/>
                  <a:pt x="89300" y="156773"/>
                </a:cubicBezTo>
                <a:cubicBezTo>
                  <a:pt x="89617" y="155345"/>
                  <a:pt x="91364" y="144550"/>
                  <a:pt x="91681" y="142486"/>
                </a:cubicBezTo>
                <a:cubicBezTo>
                  <a:pt x="91999" y="140422"/>
                  <a:pt x="93745" y="127405"/>
                  <a:pt x="94063" y="125817"/>
                </a:cubicBezTo>
                <a:cubicBezTo>
                  <a:pt x="94380" y="124229"/>
                  <a:pt x="96127" y="120103"/>
                  <a:pt x="96444" y="118673"/>
                </a:cubicBezTo>
                <a:cubicBezTo>
                  <a:pt x="96761" y="117245"/>
                  <a:pt x="98507" y="106450"/>
                  <a:pt x="98825" y="104386"/>
                </a:cubicBezTo>
                <a:cubicBezTo>
                  <a:pt x="99143" y="102322"/>
                  <a:pt x="100889" y="89781"/>
                  <a:pt x="101207" y="87717"/>
                </a:cubicBezTo>
                <a:cubicBezTo>
                  <a:pt x="101525" y="85654"/>
                  <a:pt x="103270" y="75176"/>
                  <a:pt x="103587" y="73430"/>
                </a:cubicBezTo>
                <a:cubicBezTo>
                  <a:pt x="103905" y="71683"/>
                  <a:pt x="105651" y="63746"/>
                  <a:pt x="105969" y="61523"/>
                </a:cubicBezTo>
                <a:cubicBezTo>
                  <a:pt x="106286" y="59301"/>
                  <a:pt x="108350" y="43585"/>
                  <a:pt x="108350" y="40092"/>
                </a:cubicBezTo>
                <a:cubicBezTo>
                  <a:pt x="108350" y="36600"/>
                  <a:pt x="106286" y="11359"/>
                  <a:pt x="105969" y="9136"/>
                </a:cubicBezTo>
                <a:cubicBezTo>
                  <a:pt x="105651" y="6913"/>
                  <a:pt x="104223" y="7072"/>
                  <a:pt x="103587" y="6755"/>
                </a:cubicBezTo>
                <a:cubicBezTo>
                  <a:pt x="102953" y="6437"/>
                  <a:pt x="97396" y="4691"/>
                  <a:pt x="96444" y="4373"/>
                </a:cubicBezTo>
                <a:cubicBezTo>
                  <a:pt x="95491" y="4056"/>
                  <a:pt x="90888" y="2310"/>
                  <a:pt x="89300" y="1992"/>
                </a:cubicBezTo>
                <a:cubicBezTo>
                  <a:pt x="87713" y="1674"/>
                  <a:pt x="76759" y="-230"/>
                  <a:pt x="72631" y="-389"/>
                </a:cubicBezTo>
                <a:cubicBezTo>
                  <a:pt x="68504" y="-548"/>
                  <a:pt x="30404" y="-389"/>
                  <a:pt x="34531" y="4373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8" name=""/>
          <p:cNvSpPr/>
          <p:nvPr/>
        </p:nvSpPr>
        <p:spPr>
          <a:xfrm>
            <a:off x="4199929" y="6647071"/>
            <a:ext cx="34759" cy="199022"/>
          </a:xfrm>
          <a:custGeom>
            <a:avLst/>
            <a:gdLst>
              <a:gd name="connsiteX0" fmla="*/ 30036 w 34759"/>
              <a:gd name="connsiteY0" fmla="*/ -4261 h 199022"/>
              <a:gd name="connsiteX1" fmla="*/ 34366 w 34759"/>
              <a:gd name="connsiteY1" fmla="*/ 17386 h 199022"/>
              <a:gd name="connsiteX2" fmla="*/ 30036 w 34759"/>
              <a:gd name="connsiteY2" fmla="*/ 21716 h 199022"/>
              <a:gd name="connsiteX3" fmla="*/ 30036 w 34759"/>
              <a:gd name="connsiteY3" fmla="*/ 47694 h 199022"/>
              <a:gd name="connsiteX4" fmla="*/ 25707 w 34759"/>
              <a:gd name="connsiteY4" fmla="*/ 52024 h 199022"/>
              <a:gd name="connsiteX5" fmla="*/ 21377 w 34759"/>
              <a:gd name="connsiteY5" fmla="*/ 82330 h 199022"/>
              <a:gd name="connsiteX6" fmla="*/ 17048 w 34759"/>
              <a:gd name="connsiteY6" fmla="*/ 90989 h 199022"/>
              <a:gd name="connsiteX7" fmla="*/ 12718 w 34759"/>
              <a:gd name="connsiteY7" fmla="*/ 108307 h 199022"/>
              <a:gd name="connsiteX8" fmla="*/ 8388 w 34759"/>
              <a:gd name="connsiteY8" fmla="*/ 129956 h 199022"/>
              <a:gd name="connsiteX9" fmla="*/ 4059 w 34759"/>
              <a:gd name="connsiteY9" fmla="*/ 147274 h 199022"/>
              <a:gd name="connsiteX10" fmla="*/ -270 w 34759"/>
              <a:gd name="connsiteY10" fmla="*/ 164592 h 199022"/>
              <a:gd name="connsiteX11" fmla="*/ -270 w 34759"/>
              <a:gd name="connsiteY11" fmla="*/ 203557 h 19902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759" h="199022">
                <a:moveTo>
                  <a:pt x="30036" y="-4261"/>
                </a:moveTo>
                <a:cubicBezTo>
                  <a:pt x="30325" y="-2817"/>
                  <a:pt x="34366" y="15654"/>
                  <a:pt x="34366" y="17386"/>
                </a:cubicBezTo>
                <a:cubicBezTo>
                  <a:pt x="34366" y="19118"/>
                  <a:pt x="30325" y="19696"/>
                  <a:pt x="30036" y="21716"/>
                </a:cubicBezTo>
                <a:cubicBezTo>
                  <a:pt x="29748" y="23736"/>
                  <a:pt x="30325" y="45673"/>
                  <a:pt x="30036" y="47694"/>
                </a:cubicBezTo>
                <a:cubicBezTo>
                  <a:pt x="29748" y="49715"/>
                  <a:pt x="26284" y="49714"/>
                  <a:pt x="25707" y="52024"/>
                </a:cubicBezTo>
                <a:cubicBezTo>
                  <a:pt x="25130" y="54332"/>
                  <a:pt x="21954" y="79733"/>
                  <a:pt x="21377" y="82330"/>
                </a:cubicBezTo>
                <a:cubicBezTo>
                  <a:pt x="20800" y="84928"/>
                  <a:pt x="17625" y="89257"/>
                  <a:pt x="17048" y="90989"/>
                </a:cubicBezTo>
                <a:cubicBezTo>
                  <a:pt x="16470" y="92721"/>
                  <a:pt x="13295" y="105709"/>
                  <a:pt x="12718" y="108307"/>
                </a:cubicBezTo>
                <a:cubicBezTo>
                  <a:pt x="12140" y="110906"/>
                  <a:pt x="8965" y="127358"/>
                  <a:pt x="8388" y="129956"/>
                </a:cubicBezTo>
                <a:cubicBezTo>
                  <a:pt x="7811" y="132554"/>
                  <a:pt x="4636" y="144965"/>
                  <a:pt x="4059" y="147274"/>
                </a:cubicBezTo>
                <a:cubicBezTo>
                  <a:pt x="3482" y="149582"/>
                  <a:pt x="18" y="160839"/>
                  <a:pt x="-270" y="164592"/>
                </a:cubicBezTo>
                <a:cubicBezTo>
                  <a:pt x="-559" y="168344"/>
                  <a:pt x="-270" y="200959"/>
                  <a:pt x="-270" y="20355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9" name=""/>
          <p:cNvSpPr/>
          <p:nvPr/>
        </p:nvSpPr>
        <p:spPr>
          <a:xfrm>
            <a:off x="7403901" y="8010918"/>
            <a:ext cx="125752" cy="100214"/>
          </a:xfrm>
          <a:custGeom>
            <a:avLst/>
            <a:gdLst>
              <a:gd name="connsiteX0" fmla="*/ 21268 w 125752"/>
              <a:gd name="connsiteY0" fmla="*/ 13018 h 100214"/>
              <a:gd name="connsiteX1" fmla="*/ -379 w 125752"/>
              <a:gd name="connsiteY1" fmla="*/ 17347 h 100214"/>
              <a:gd name="connsiteX2" fmla="*/ 3951 w 125752"/>
              <a:gd name="connsiteY2" fmla="*/ 56313 h 100214"/>
              <a:gd name="connsiteX3" fmla="*/ 8280 w 125752"/>
              <a:gd name="connsiteY3" fmla="*/ 69302 h 100214"/>
              <a:gd name="connsiteX4" fmla="*/ 12610 w 125752"/>
              <a:gd name="connsiteY4" fmla="*/ 77961 h 100214"/>
              <a:gd name="connsiteX5" fmla="*/ 16940 w 125752"/>
              <a:gd name="connsiteY5" fmla="*/ 82290 h 100214"/>
              <a:gd name="connsiteX6" fmla="*/ 21268 w 125752"/>
              <a:gd name="connsiteY6" fmla="*/ 86619 h 100214"/>
              <a:gd name="connsiteX7" fmla="*/ 25598 w 125752"/>
              <a:gd name="connsiteY7" fmla="*/ 90949 h 100214"/>
              <a:gd name="connsiteX8" fmla="*/ 29928 w 125752"/>
              <a:gd name="connsiteY8" fmla="*/ 95279 h 100214"/>
              <a:gd name="connsiteX9" fmla="*/ 42916 w 125752"/>
              <a:gd name="connsiteY9" fmla="*/ 90949 h 100214"/>
              <a:gd name="connsiteX10" fmla="*/ 47246 w 125752"/>
              <a:gd name="connsiteY10" fmla="*/ 86619 h 100214"/>
              <a:gd name="connsiteX11" fmla="*/ 51576 w 125752"/>
              <a:gd name="connsiteY11" fmla="*/ 77961 h 100214"/>
              <a:gd name="connsiteX12" fmla="*/ 55904 w 125752"/>
              <a:gd name="connsiteY12" fmla="*/ 56313 h 100214"/>
              <a:gd name="connsiteX13" fmla="*/ 51576 w 125752"/>
              <a:gd name="connsiteY13" fmla="*/ 17347 h 100214"/>
              <a:gd name="connsiteX14" fmla="*/ 42916 w 125752"/>
              <a:gd name="connsiteY14" fmla="*/ 21677 h 100214"/>
              <a:gd name="connsiteX15" fmla="*/ 38587 w 125752"/>
              <a:gd name="connsiteY15" fmla="*/ 26007 h 100214"/>
              <a:gd name="connsiteX16" fmla="*/ 38587 w 125752"/>
              <a:gd name="connsiteY16" fmla="*/ 30336 h 100214"/>
              <a:gd name="connsiteX17" fmla="*/ 34257 w 125752"/>
              <a:gd name="connsiteY17" fmla="*/ 34665 h 100214"/>
              <a:gd name="connsiteX18" fmla="*/ 38587 w 125752"/>
              <a:gd name="connsiteY18" fmla="*/ 90949 h 100214"/>
              <a:gd name="connsiteX19" fmla="*/ 42916 w 125752"/>
              <a:gd name="connsiteY19" fmla="*/ 95279 h 100214"/>
              <a:gd name="connsiteX20" fmla="*/ 47246 w 125752"/>
              <a:gd name="connsiteY20" fmla="*/ 99609 h 100214"/>
              <a:gd name="connsiteX21" fmla="*/ 94871 w 125752"/>
              <a:gd name="connsiteY21" fmla="*/ 99609 h 100214"/>
              <a:gd name="connsiteX22" fmla="*/ 99201 w 125752"/>
              <a:gd name="connsiteY22" fmla="*/ 95279 h 100214"/>
              <a:gd name="connsiteX23" fmla="*/ 103530 w 125752"/>
              <a:gd name="connsiteY23" fmla="*/ 90949 h 100214"/>
              <a:gd name="connsiteX24" fmla="*/ 112190 w 125752"/>
              <a:gd name="connsiteY24" fmla="*/ 86619 h 100214"/>
              <a:gd name="connsiteX25" fmla="*/ 116518 w 125752"/>
              <a:gd name="connsiteY25" fmla="*/ 82290 h 100214"/>
              <a:gd name="connsiteX26" fmla="*/ 120848 w 125752"/>
              <a:gd name="connsiteY26" fmla="*/ 77961 h 100214"/>
              <a:gd name="connsiteX27" fmla="*/ 125178 w 125752"/>
              <a:gd name="connsiteY27" fmla="*/ 73631 h 100214"/>
              <a:gd name="connsiteX28" fmla="*/ 120848 w 125752"/>
              <a:gd name="connsiteY28" fmla="*/ 34665 h 100214"/>
              <a:gd name="connsiteX29" fmla="*/ 116518 w 125752"/>
              <a:gd name="connsiteY29" fmla="*/ 30336 h 100214"/>
              <a:gd name="connsiteX30" fmla="*/ 107860 w 125752"/>
              <a:gd name="connsiteY30" fmla="*/ 26007 h 100214"/>
              <a:gd name="connsiteX31" fmla="*/ 99201 w 125752"/>
              <a:gd name="connsiteY31" fmla="*/ 21677 h 100214"/>
              <a:gd name="connsiteX32" fmla="*/ 68894 w 125752"/>
              <a:gd name="connsiteY32" fmla="*/ 26007 h 100214"/>
              <a:gd name="connsiteX33" fmla="*/ 64564 w 125752"/>
              <a:gd name="connsiteY33" fmla="*/ 30336 h 100214"/>
              <a:gd name="connsiteX34" fmla="*/ 60234 w 125752"/>
              <a:gd name="connsiteY34" fmla="*/ 34665 h 100214"/>
              <a:gd name="connsiteX35" fmla="*/ 55904 w 125752"/>
              <a:gd name="connsiteY35" fmla="*/ 38995 h 100214"/>
              <a:gd name="connsiteX36" fmla="*/ 55904 w 125752"/>
              <a:gd name="connsiteY36" fmla="*/ 69302 h 100214"/>
              <a:gd name="connsiteX37" fmla="*/ 60234 w 125752"/>
              <a:gd name="connsiteY37" fmla="*/ 73631 h 100214"/>
              <a:gd name="connsiteX38" fmla="*/ 64564 w 125752"/>
              <a:gd name="connsiteY38" fmla="*/ 77961 h 100214"/>
              <a:gd name="connsiteX39" fmla="*/ 68894 w 125752"/>
              <a:gd name="connsiteY39" fmla="*/ 82290 h 100214"/>
              <a:gd name="connsiteX40" fmla="*/ 81882 w 125752"/>
              <a:gd name="connsiteY40" fmla="*/ 77961 h 100214"/>
              <a:gd name="connsiteX41" fmla="*/ 90542 w 125752"/>
              <a:gd name="connsiteY41" fmla="*/ 73631 h 100214"/>
              <a:gd name="connsiteX42" fmla="*/ 94871 w 125752"/>
              <a:gd name="connsiteY42" fmla="*/ 73631 h 100214"/>
              <a:gd name="connsiteX43" fmla="*/ 99201 w 125752"/>
              <a:gd name="connsiteY43" fmla="*/ 69302 h 100214"/>
              <a:gd name="connsiteX44" fmla="*/ 103530 w 125752"/>
              <a:gd name="connsiteY44" fmla="*/ 64972 h 100214"/>
              <a:gd name="connsiteX45" fmla="*/ 107860 w 125752"/>
              <a:gd name="connsiteY45" fmla="*/ 60643 h 100214"/>
              <a:gd name="connsiteX46" fmla="*/ 112190 w 125752"/>
              <a:gd name="connsiteY46" fmla="*/ 56313 h 100214"/>
              <a:gd name="connsiteX47" fmla="*/ 112190 w 125752"/>
              <a:gd name="connsiteY47" fmla="*/ 30336 h 100214"/>
              <a:gd name="connsiteX48" fmla="*/ 107860 w 125752"/>
              <a:gd name="connsiteY48" fmla="*/ 26007 h 100214"/>
              <a:gd name="connsiteX49" fmla="*/ 103530 w 125752"/>
              <a:gd name="connsiteY49" fmla="*/ 21677 h 100214"/>
              <a:gd name="connsiteX50" fmla="*/ 99201 w 125752"/>
              <a:gd name="connsiteY50" fmla="*/ 17347 h 100214"/>
              <a:gd name="connsiteX51" fmla="*/ 81882 w 125752"/>
              <a:gd name="connsiteY51" fmla="*/ 13018 h 100214"/>
              <a:gd name="connsiteX52" fmla="*/ 51576 w 125752"/>
              <a:gd name="connsiteY52" fmla="*/ 17347 h 100214"/>
              <a:gd name="connsiteX53" fmla="*/ 47246 w 125752"/>
              <a:gd name="connsiteY53" fmla="*/ 21677 h 100214"/>
              <a:gd name="connsiteX54" fmla="*/ 51576 w 125752"/>
              <a:gd name="connsiteY54" fmla="*/ 73631 h 100214"/>
              <a:gd name="connsiteX55" fmla="*/ 55904 w 125752"/>
              <a:gd name="connsiteY55" fmla="*/ 77961 h 100214"/>
              <a:gd name="connsiteX56" fmla="*/ 60234 w 125752"/>
              <a:gd name="connsiteY56" fmla="*/ 82290 h 100214"/>
              <a:gd name="connsiteX57" fmla="*/ 64564 w 125752"/>
              <a:gd name="connsiteY57" fmla="*/ 77961 h 100214"/>
              <a:gd name="connsiteX58" fmla="*/ 68894 w 125752"/>
              <a:gd name="connsiteY58" fmla="*/ 73631 h 100214"/>
              <a:gd name="connsiteX59" fmla="*/ 64564 w 125752"/>
              <a:gd name="connsiteY59" fmla="*/ 34665 h 100214"/>
              <a:gd name="connsiteX60" fmla="*/ 60234 w 125752"/>
              <a:gd name="connsiteY60" fmla="*/ 30336 h 100214"/>
              <a:gd name="connsiteX61" fmla="*/ 55904 w 125752"/>
              <a:gd name="connsiteY61" fmla="*/ 26007 h 100214"/>
              <a:gd name="connsiteX62" fmla="*/ 51576 w 125752"/>
              <a:gd name="connsiteY62" fmla="*/ 21677 h 100214"/>
              <a:gd name="connsiteX63" fmla="*/ 47246 w 125752"/>
              <a:gd name="connsiteY63" fmla="*/ 17347 h 100214"/>
              <a:gd name="connsiteX64" fmla="*/ 38587 w 125752"/>
              <a:gd name="connsiteY64" fmla="*/ 13018 h 100214"/>
              <a:gd name="connsiteX65" fmla="*/ 12610 w 125752"/>
              <a:gd name="connsiteY65" fmla="*/ 17347 h 100214"/>
              <a:gd name="connsiteX66" fmla="*/ 12610 w 125752"/>
              <a:gd name="connsiteY66" fmla="*/ 60643 h 100214"/>
              <a:gd name="connsiteX67" fmla="*/ 16940 w 125752"/>
              <a:gd name="connsiteY67" fmla="*/ 64972 h 100214"/>
              <a:gd name="connsiteX68" fmla="*/ 21268 w 125752"/>
              <a:gd name="connsiteY68" fmla="*/ 69302 h 100214"/>
              <a:gd name="connsiteX69" fmla="*/ 25598 w 125752"/>
              <a:gd name="connsiteY69" fmla="*/ 73631 h 100214"/>
              <a:gd name="connsiteX70" fmla="*/ 29928 w 125752"/>
              <a:gd name="connsiteY70" fmla="*/ 77961 h 100214"/>
              <a:gd name="connsiteX71" fmla="*/ 34257 w 125752"/>
              <a:gd name="connsiteY71" fmla="*/ 82290 h 100214"/>
              <a:gd name="connsiteX72" fmla="*/ 42916 w 125752"/>
              <a:gd name="connsiteY72" fmla="*/ 86619 h 100214"/>
              <a:gd name="connsiteX73" fmla="*/ 68894 w 125752"/>
              <a:gd name="connsiteY73" fmla="*/ 82290 h 100214"/>
              <a:gd name="connsiteX74" fmla="*/ 73224 w 125752"/>
              <a:gd name="connsiteY74" fmla="*/ 77961 h 100214"/>
              <a:gd name="connsiteX75" fmla="*/ 77553 w 125752"/>
              <a:gd name="connsiteY75" fmla="*/ 77961 h 100214"/>
              <a:gd name="connsiteX76" fmla="*/ 81882 w 125752"/>
              <a:gd name="connsiteY76" fmla="*/ 73631 h 100214"/>
              <a:gd name="connsiteX77" fmla="*/ 86212 w 125752"/>
              <a:gd name="connsiteY77" fmla="*/ 69302 h 100214"/>
              <a:gd name="connsiteX78" fmla="*/ 86212 w 125752"/>
              <a:gd name="connsiteY78" fmla="*/ 64972 h 100214"/>
              <a:gd name="connsiteX79" fmla="*/ 90542 w 125752"/>
              <a:gd name="connsiteY79" fmla="*/ 60643 h 100214"/>
              <a:gd name="connsiteX80" fmla="*/ 94871 w 125752"/>
              <a:gd name="connsiteY80" fmla="*/ 56313 h 100214"/>
              <a:gd name="connsiteX81" fmla="*/ 90542 w 125752"/>
              <a:gd name="connsiteY81" fmla="*/ 21677 h 100214"/>
              <a:gd name="connsiteX82" fmla="*/ 90542 w 125752"/>
              <a:gd name="connsiteY82" fmla="*/ 17347 h 100214"/>
              <a:gd name="connsiteX83" fmla="*/ 86212 w 125752"/>
              <a:gd name="connsiteY83" fmla="*/ 13018 h 100214"/>
              <a:gd name="connsiteX84" fmla="*/ 81882 w 125752"/>
              <a:gd name="connsiteY84" fmla="*/ 8689 h 100214"/>
              <a:gd name="connsiteX85" fmla="*/ 73224 w 125752"/>
              <a:gd name="connsiteY85" fmla="*/ 4359 h 100214"/>
              <a:gd name="connsiteX86" fmla="*/ 51576 w 125752"/>
              <a:gd name="connsiteY86" fmla="*/ 8689 h 100214"/>
              <a:gd name="connsiteX87" fmla="*/ 42916 w 125752"/>
              <a:gd name="connsiteY87" fmla="*/ 8689 h 100214"/>
              <a:gd name="connsiteX88" fmla="*/ 38587 w 125752"/>
              <a:gd name="connsiteY88" fmla="*/ 13018 h 100214"/>
              <a:gd name="connsiteX89" fmla="*/ 34257 w 125752"/>
              <a:gd name="connsiteY89" fmla="*/ 17347 h 100214"/>
              <a:gd name="connsiteX90" fmla="*/ 29928 w 125752"/>
              <a:gd name="connsiteY90" fmla="*/ 21677 h 100214"/>
              <a:gd name="connsiteX91" fmla="*/ 25598 w 125752"/>
              <a:gd name="connsiteY91" fmla="*/ 30336 h 100214"/>
              <a:gd name="connsiteX92" fmla="*/ 21268 w 125752"/>
              <a:gd name="connsiteY92" fmla="*/ 51983 h 100214"/>
              <a:gd name="connsiteX93" fmla="*/ 21268 w 125752"/>
              <a:gd name="connsiteY93" fmla="*/ 73631 h 100214"/>
              <a:gd name="connsiteX94" fmla="*/ 25598 w 125752"/>
              <a:gd name="connsiteY94" fmla="*/ 77961 h 100214"/>
              <a:gd name="connsiteX95" fmla="*/ 29928 w 125752"/>
              <a:gd name="connsiteY95" fmla="*/ 82290 h 100214"/>
              <a:gd name="connsiteX96" fmla="*/ 34257 w 125752"/>
              <a:gd name="connsiteY96" fmla="*/ 86619 h 100214"/>
              <a:gd name="connsiteX97" fmla="*/ 38587 w 125752"/>
              <a:gd name="connsiteY97" fmla="*/ 90949 h 100214"/>
              <a:gd name="connsiteX98" fmla="*/ 47246 w 125752"/>
              <a:gd name="connsiteY98" fmla="*/ 95279 h 100214"/>
              <a:gd name="connsiteX99" fmla="*/ 86212 w 125752"/>
              <a:gd name="connsiteY99" fmla="*/ 90949 h 100214"/>
              <a:gd name="connsiteX100" fmla="*/ 90542 w 125752"/>
              <a:gd name="connsiteY100" fmla="*/ 86619 h 100214"/>
              <a:gd name="connsiteX101" fmla="*/ 94871 w 125752"/>
              <a:gd name="connsiteY101" fmla="*/ 77961 h 100214"/>
              <a:gd name="connsiteX102" fmla="*/ 90542 w 125752"/>
              <a:gd name="connsiteY102" fmla="*/ 47654 h 100214"/>
              <a:gd name="connsiteX103" fmla="*/ 86212 w 125752"/>
              <a:gd name="connsiteY103" fmla="*/ 30336 h 100214"/>
              <a:gd name="connsiteX104" fmla="*/ 81882 w 125752"/>
              <a:gd name="connsiteY104" fmla="*/ 17347 h 100214"/>
              <a:gd name="connsiteX105" fmla="*/ 77553 w 125752"/>
              <a:gd name="connsiteY105" fmla="*/ 13018 h 100214"/>
              <a:gd name="connsiteX106" fmla="*/ 73224 w 125752"/>
              <a:gd name="connsiteY106" fmla="*/ 8689 h 100214"/>
              <a:gd name="connsiteX107" fmla="*/ 68894 w 125752"/>
              <a:gd name="connsiteY107" fmla="*/ 4359 h 100214"/>
              <a:gd name="connsiteX108" fmla="*/ 64564 w 125752"/>
              <a:gd name="connsiteY108" fmla="*/ 29 h 100214"/>
              <a:gd name="connsiteX109" fmla="*/ 38587 w 125752"/>
              <a:gd name="connsiteY109" fmla="*/ 4359 h 100214"/>
              <a:gd name="connsiteX110" fmla="*/ 34257 w 125752"/>
              <a:gd name="connsiteY110" fmla="*/ 8689 h 100214"/>
              <a:gd name="connsiteX111" fmla="*/ 29928 w 125752"/>
              <a:gd name="connsiteY111" fmla="*/ 13018 h 100214"/>
              <a:gd name="connsiteX112" fmla="*/ 25598 w 125752"/>
              <a:gd name="connsiteY112" fmla="*/ 17347 h 100214"/>
              <a:gd name="connsiteX113" fmla="*/ 21268 w 125752"/>
              <a:gd name="connsiteY113" fmla="*/ 43325 h 100214"/>
              <a:gd name="connsiteX114" fmla="*/ 21268 w 125752"/>
              <a:gd name="connsiteY114" fmla="*/ 69302 h 100214"/>
              <a:gd name="connsiteX115" fmla="*/ 25598 w 125752"/>
              <a:gd name="connsiteY115" fmla="*/ 73631 h 100214"/>
              <a:gd name="connsiteX116" fmla="*/ 29928 w 125752"/>
              <a:gd name="connsiteY116" fmla="*/ 82290 h 100214"/>
              <a:gd name="connsiteX117" fmla="*/ 34257 w 125752"/>
              <a:gd name="connsiteY117" fmla="*/ 86619 h 100214"/>
              <a:gd name="connsiteX118" fmla="*/ 38587 w 125752"/>
              <a:gd name="connsiteY118" fmla="*/ 90949 h 100214"/>
              <a:gd name="connsiteX119" fmla="*/ 81882 w 125752"/>
              <a:gd name="connsiteY119" fmla="*/ 90949 h 100214"/>
              <a:gd name="connsiteX120" fmla="*/ 86212 w 125752"/>
              <a:gd name="connsiteY120" fmla="*/ 86619 h 100214"/>
              <a:gd name="connsiteX121" fmla="*/ 90542 w 125752"/>
              <a:gd name="connsiteY121" fmla="*/ 82290 h 100214"/>
              <a:gd name="connsiteX122" fmla="*/ 94871 w 125752"/>
              <a:gd name="connsiteY122" fmla="*/ 77961 h 100214"/>
              <a:gd name="connsiteX123" fmla="*/ 99201 w 125752"/>
              <a:gd name="connsiteY123" fmla="*/ 64972 h 100214"/>
              <a:gd name="connsiteX124" fmla="*/ 94871 w 125752"/>
              <a:gd name="connsiteY124" fmla="*/ 38995 h 100214"/>
              <a:gd name="connsiteX125" fmla="*/ 90542 w 125752"/>
              <a:gd name="connsiteY125" fmla="*/ 34665 h 100214"/>
              <a:gd name="connsiteX126" fmla="*/ 86212 w 125752"/>
              <a:gd name="connsiteY126" fmla="*/ 30336 h 100214"/>
              <a:gd name="connsiteX127" fmla="*/ 81882 w 125752"/>
              <a:gd name="connsiteY127" fmla="*/ 21677 h 100214"/>
              <a:gd name="connsiteX128" fmla="*/ 77553 w 125752"/>
              <a:gd name="connsiteY128" fmla="*/ 17347 h 100214"/>
              <a:gd name="connsiteX129" fmla="*/ 73224 w 125752"/>
              <a:gd name="connsiteY129" fmla="*/ 13018 h 100214"/>
              <a:gd name="connsiteX130" fmla="*/ 68894 w 125752"/>
              <a:gd name="connsiteY130" fmla="*/ 8689 h 100214"/>
              <a:gd name="connsiteX131" fmla="*/ 64564 w 125752"/>
              <a:gd name="connsiteY131" fmla="*/ 4359 h 100214"/>
              <a:gd name="connsiteX132" fmla="*/ 47246 w 125752"/>
              <a:gd name="connsiteY132" fmla="*/ 4359 h 10021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125752" h="100214">
                <a:moveTo>
                  <a:pt x="21268" y="13018"/>
                </a:moveTo>
                <a:cubicBezTo>
                  <a:pt x="19825" y="13307"/>
                  <a:pt x="776" y="14461"/>
                  <a:pt x="-379" y="17347"/>
                </a:cubicBezTo>
                <a:cubicBezTo>
                  <a:pt x="-1533" y="20233"/>
                  <a:pt x="3374" y="52849"/>
                  <a:pt x="3951" y="56313"/>
                </a:cubicBezTo>
                <a:cubicBezTo>
                  <a:pt x="4528" y="59777"/>
                  <a:pt x="7702" y="67859"/>
                  <a:pt x="8280" y="69302"/>
                </a:cubicBezTo>
                <a:cubicBezTo>
                  <a:pt x="8857" y="70745"/>
                  <a:pt x="12032" y="77095"/>
                  <a:pt x="12610" y="77961"/>
                </a:cubicBezTo>
                <a:cubicBezTo>
                  <a:pt x="13187" y="78827"/>
                  <a:pt x="16363" y="81713"/>
                  <a:pt x="16940" y="82290"/>
                </a:cubicBezTo>
                <a:cubicBezTo>
                  <a:pt x="17516" y="82867"/>
                  <a:pt x="20691" y="86042"/>
                  <a:pt x="21268" y="86619"/>
                </a:cubicBezTo>
                <a:cubicBezTo>
                  <a:pt x="21846" y="87197"/>
                  <a:pt x="25022" y="90372"/>
                  <a:pt x="25598" y="90949"/>
                </a:cubicBezTo>
                <a:cubicBezTo>
                  <a:pt x="26175" y="91527"/>
                  <a:pt x="28773" y="95279"/>
                  <a:pt x="29928" y="95279"/>
                </a:cubicBezTo>
                <a:cubicBezTo>
                  <a:pt x="31082" y="95279"/>
                  <a:pt x="41762" y="91527"/>
                  <a:pt x="42916" y="90949"/>
                </a:cubicBezTo>
                <a:cubicBezTo>
                  <a:pt x="44070" y="90372"/>
                  <a:pt x="46668" y="87485"/>
                  <a:pt x="47246" y="86619"/>
                </a:cubicBezTo>
                <a:cubicBezTo>
                  <a:pt x="47823" y="85753"/>
                  <a:pt x="50998" y="79981"/>
                  <a:pt x="51576" y="77961"/>
                </a:cubicBezTo>
                <a:cubicBezTo>
                  <a:pt x="52153" y="75941"/>
                  <a:pt x="55904" y="60355"/>
                  <a:pt x="55904" y="56313"/>
                </a:cubicBezTo>
                <a:cubicBezTo>
                  <a:pt x="55904" y="52272"/>
                  <a:pt x="52442" y="19656"/>
                  <a:pt x="51576" y="17347"/>
                </a:cubicBezTo>
                <a:cubicBezTo>
                  <a:pt x="50710" y="15038"/>
                  <a:pt x="43782" y="21100"/>
                  <a:pt x="42916" y="21677"/>
                </a:cubicBezTo>
                <a:cubicBezTo>
                  <a:pt x="42051" y="22255"/>
                  <a:pt x="38876" y="25429"/>
                  <a:pt x="38587" y="26007"/>
                </a:cubicBezTo>
                <a:cubicBezTo>
                  <a:pt x="38299" y="26584"/>
                  <a:pt x="38876" y="29759"/>
                  <a:pt x="38587" y="30336"/>
                </a:cubicBezTo>
                <a:cubicBezTo>
                  <a:pt x="38298" y="30913"/>
                  <a:pt x="34257" y="30624"/>
                  <a:pt x="34257" y="34665"/>
                </a:cubicBezTo>
                <a:cubicBezTo>
                  <a:pt x="34257" y="38706"/>
                  <a:pt x="38010" y="86909"/>
                  <a:pt x="38587" y="90949"/>
                </a:cubicBezTo>
                <a:cubicBezTo>
                  <a:pt x="39164" y="94990"/>
                  <a:pt x="42339" y="94701"/>
                  <a:pt x="42916" y="95279"/>
                </a:cubicBezTo>
                <a:cubicBezTo>
                  <a:pt x="43494" y="95856"/>
                  <a:pt x="43782" y="99320"/>
                  <a:pt x="47246" y="99609"/>
                </a:cubicBezTo>
                <a:cubicBezTo>
                  <a:pt x="50710" y="99898"/>
                  <a:pt x="91407" y="99898"/>
                  <a:pt x="94871" y="99609"/>
                </a:cubicBezTo>
                <a:cubicBezTo>
                  <a:pt x="98334" y="99320"/>
                  <a:pt x="98624" y="95856"/>
                  <a:pt x="99201" y="95279"/>
                </a:cubicBezTo>
                <a:cubicBezTo>
                  <a:pt x="99778" y="94701"/>
                  <a:pt x="102664" y="91527"/>
                  <a:pt x="103530" y="90949"/>
                </a:cubicBezTo>
                <a:cubicBezTo>
                  <a:pt x="104396" y="90372"/>
                  <a:pt x="111324" y="87197"/>
                  <a:pt x="112190" y="86619"/>
                </a:cubicBezTo>
                <a:cubicBezTo>
                  <a:pt x="113055" y="86042"/>
                  <a:pt x="115941" y="82867"/>
                  <a:pt x="116518" y="82290"/>
                </a:cubicBezTo>
                <a:cubicBezTo>
                  <a:pt x="117096" y="81713"/>
                  <a:pt x="120271" y="78538"/>
                  <a:pt x="120848" y="77961"/>
                </a:cubicBezTo>
                <a:cubicBezTo>
                  <a:pt x="121426" y="77383"/>
                  <a:pt x="125178" y="76517"/>
                  <a:pt x="125178" y="73631"/>
                </a:cubicBezTo>
                <a:cubicBezTo>
                  <a:pt x="125178" y="70745"/>
                  <a:pt x="121426" y="37552"/>
                  <a:pt x="120848" y="34665"/>
                </a:cubicBezTo>
                <a:cubicBezTo>
                  <a:pt x="120271" y="31779"/>
                  <a:pt x="117384" y="30913"/>
                  <a:pt x="116518" y="30336"/>
                </a:cubicBezTo>
                <a:cubicBezTo>
                  <a:pt x="115652" y="29759"/>
                  <a:pt x="109014" y="26584"/>
                  <a:pt x="107860" y="26007"/>
                </a:cubicBezTo>
                <a:cubicBezTo>
                  <a:pt x="106705" y="25429"/>
                  <a:pt x="101798" y="21677"/>
                  <a:pt x="99201" y="21677"/>
                </a:cubicBezTo>
                <a:cubicBezTo>
                  <a:pt x="96603" y="21677"/>
                  <a:pt x="71203" y="25429"/>
                  <a:pt x="68894" y="26007"/>
                </a:cubicBezTo>
                <a:cubicBezTo>
                  <a:pt x="66585" y="26584"/>
                  <a:pt x="65142" y="29759"/>
                  <a:pt x="64564" y="30336"/>
                </a:cubicBezTo>
                <a:cubicBezTo>
                  <a:pt x="63987" y="30913"/>
                  <a:pt x="60812" y="34088"/>
                  <a:pt x="60234" y="34665"/>
                </a:cubicBezTo>
                <a:cubicBezTo>
                  <a:pt x="59657" y="35243"/>
                  <a:pt x="56194" y="36685"/>
                  <a:pt x="55904" y="38995"/>
                </a:cubicBezTo>
                <a:cubicBezTo>
                  <a:pt x="55616" y="41304"/>
                  <a:pt x="55616" y="66993"/>
                  <a:pt x="55904" y="69302"/>
                </a:cubicBezTo>
                <a:cubicBezTo>
                  <a:pt x="56194" y="71611"/>
                  <a:pt x="59657" y="73054"/>
                  <a:pt x="60234" y="73631"/>
                </a:cubicBezTo>
                <a:cubicBezTo>
                  <a:pt x="60812" y="74209"/>
                  <a:pt x="63987" y="77383"/>
                  <a:pt x="64564" y="77961"/>
                </a:cubicBezTo>
                <a:cubicBezTo>
                  <a:pt x="65142" y="78538"/>
                  <a:pt x="67740" y="82289"/>
                  <a:pt x="68894" y="82290"/>
                </a:cubicBezTo>
                <a:cubicBezTo>
                  <a:pt x="70048" y="82291"/>
                  <a:pt x="80439" y="78538"/>
                  <a:pt x="81882" y="77961"/>
                </a:cubicBezTo>
                <a:cubicBezTo>
                  <a:pt x="83325" y="77383"/>
                  <a:pt x="89675" y="73920"/>
                  <a:pt x="90542" y="73631"/>
                </a:cubicBezTo>
                <a:cubicBezTo>
                  <a:pt x="91408" y="73343"/>
                  <a:pt x="94294" y="73920"/>
                  <a:pt x="94871" y="73631"/>
                </a:cubicBezTo>
                <a:cubicBezTo>
                  <a:pt x="95448" y="73343"/>
                  <a:pt x="98624" y="69879"/>
                  <a:pt x="99201" y="69302"/>
                </a:cubicBezTo>
                <a:cubicBezTo>
                  <a:pt x="99778" y="68725"/>
                  <a:pt x="102952" y="65549"/>
                  <a:pt x="103530" y="64972"/>
                </a:cubicBezTo>
                <a:cubicBezTo>
                  <a:pt x="104107" y="64395"/>
                  <a:pt x="107282" y="61220"/>
                  <a:pt x="107860" y="60643"/>
                </a:cubicBezTo>
                <a:cubicBezTo>
                  <a:pt x="108437" y="60065"/>
                  <a:pt x="111900" y="58334"/>
                  <a:pt x="112190" y="56313"/>
                </a:cubicBezTo>
                <a:cubicBezTo>
                  <a:pt x="112478" y="54293"/>
                  <a:pt x="112478" y="32356"/>
                  <a:pt x="112190" y="30336"/>
                </a:cubicBezTo>
                <a:cubicBezTo>
                  <a:pt x="111900" y="28315"/>
                  <a:pt x="108437" y="26584"/>
                  <a:pt x="107860" y="26007"/>
                </a:cubicBezTo>
                <a:cubicBezTo>
                  <a:pt x="107282" y="25429"/>
                  <a:pt x="104107" y="22255"/>
                  <a:pt x="103530" y="21677"/>
                </a:cubicBezTo>
                <a:cubicBezTo>
                  <a:pt x="102952" y="21100"/>
                  <a:pt x="100644" y="17925"/>
                  <a:pt x="99201" y="17347"/>
                </a:cubicBezTo>
                <a:cubicBezTo>
                  <a:pt x="97757" y="16770"/>
                  <a:pt x="85057" y="13018"/>
                  <a:pt x="81882" y="13018"/>
                </a:cubicBezTo>
                <a:cubicBezTo>
                  <a:pt x="78707" y="13018"/>
                  <a:pt x="53885" y="16770"/>
                  <a:pt x="51576" y="17347"/>
                </a:cubicBezTo>
                <a:cubicBezTo>
                  <a:pt x="49266" y="17925"/>
                  <a:pt x="47246" y="17925"/>
                  <a:pt x="47246" y="21677"/>
                </a:cubicBezTo>
                <a:cubicBezTo>
                  <a:pt x="47246" y="25429"/>
                  <a:pt x="50998" y="69879"/>
                  <a:pt x="51576" y="73631"/>
                </a:cubicBezTo>
                <a:cubicBezTo>
                  <a:pt x="52153" y="77384"/>
                  <a:pt x="55327" y="77383"/>
                  <a:pt x="55904" y="77961"/>
                </a:cubicBezTo>
                <a:cubicBezTo>
                  <a:pt x="56482" y="78538"/>
                  <a:pt x="59657" y="82289"/>
                  <a:pt x="60234" y="82290"/>
                </a:cubicBezTo>
                <a:cubicBezTo>
                  <a:pt x="60812" y="82291"/>
                  <a:pt x="63987" y="78538"/>
                  <a:pt x="64564" y="77961"/>
                </a:cubicBezTo>
                <a:cubicBezTo>
                  <a:pt x="65142" y="77383"/>
                  <a:pt x="68894" y="76517"/>
                  <a:pt x="68894" y="73631"/>
                </a:cubicBezTo>
                <a:cubicBezTo>
                  <a:pt x="68894" y="70745"/>
                  <a:pt x="65142" y="37552"/>
                  <a:pt x="64564" y="34665"/>
                </a:cubicBezTo>
                <a:cubicBezTo>
                  <a:pt x="63987" y="31779"/>
                  <a:pt x="60812" y="30913"/>
                  <a:pt x="60234" y="30336"/>
                </a:cubicBezTo>
                <a:cubicBezTo>
                  <a:pt x="59657" y="29759"/>
                  <a:pt x="56482" y="26584"/>
                  <a:pt x="55904" y="26007"/>
                </a:cubicBezTo>
                <a:cubicBezTo>
                  <a:pt x="55327" y="25429"/>
                  <a:pt x="52153" y="22255"/>
                  <a:pt x="51576" y="21677"/>
                </a:cubicBezTo>
                <a:cubicBezTo>
                  <a:pt x="50998" y="21100"/>
                  <a:pt x="48112" y="17925"/>
                  <a:pt x="47246" y="17347"/>
                </a:cubicBezTo>
                <a:cubicBezTo>
                  <a:pt x="46380" y="16770"/>
                  <a:pt x="40896" y="13018"/>
                  <a:pt x="38587" y="13018"/>
                </a:cubicBezTo>
                <a:cubicBezTo>
                  <a:pt x="36278" y="13018"/>
                  <a:pt x="14342" y="14172"/>
                  <a:pt x="12610" y="17347"/>
                </a:cubicBezTo>
                <a:cubicBezTo>
                  <a:pt x="10878" y="20523"/>
                  <a:pt x="12321" y="57468"/>
                  <a:pt x="12610" y="60643"/>
                </a:cubicBezTo>
                <a:cubicBezTo>
                  <a:pt x="12898" y="63817"/>
                  <a:pt x="16363" y="64395"/>
                  <a:pt x="16940" y="64972"/>
                </a:cubicBezTo>
                <a:cubicBezTo>
                  <a:pt x="17516" y="65549"/>
                  <a:pt x="20691" y="68725"/>
                  <a:pt x="21268" y="69302"/>
                </a:cubicBezTo>
                <a:cubicBezTo>
                  <a:pt x="21846" y="69879"/>
                  <a:pt x="25022" y="73054"/>
                  <a:pt x="25598" y="73631"/>
                </a:cubicBezTo>
                <a:cubicBezTo>
                  <a:pt x="26175" y="74209"/>
                  <a:pt x="29350" y="77383"/>
                  <a:pt x="29928" y="77961"/>
                </a:cubicBezTo>
                <a:cubicBezTo>
                  <a:pt x="30505" y="78538"/>
                  <a:pt x="33391" y="81713"/>
                  <a:pt x="34257" y="82290"/>
                </a:cubicBezTo>
                <a:cubicBezTo>
                  <a:pt x="35124" y="82867"/>
                  <a:pt x="40607" y="86619"/>
                  <a:pt x="42916" y="86619"/>
                </a:cubicBezTo>
                <a:cubicBezTo>
                  <a:pt x="45226" y="86619"/>
                  <a:pt x="66874" y="82867"/>
                  <a:pt x="68894" y="82290"/>
                </a:cubicBezTo>
                <a:cubicBezTo>
                  <a:pt x="70914" y="81713"/>
                  <a:pt x="72646" y="78249"/>
                  <a:pt x="73224" y="77961"/>
                </a:cubicBezTo>
                <a:cubicBezTo>
                  <a:pt x="73801" y="77673"/>
                  <a:pt x="76976" y="78250"/>
                  <a:pt x="77553" y="77961"/>
                </a:cubicBezTo>
                <a:cubicBezTo>
                  <a:pt x="78130" y="77672"/>
                  <a:pt x="81305" y="74208"/>
                  <a:pt x="81882" y="73631"/>
                </a:cubicBezTo>
                <a:cubicBezTo>
                  <a:pt x="82460" y="73055"/>
                  <a:pt x="85923" y="69879"/>
                  <a:pt x="86212" y="69302"/>
                </a:cubicBezTo>
                <a:cubicBezTo>
                  <a:pt x="86501" y="68725"/>
                  <a:pt x="85924" y="65549"/>
                  <a:pt x="86212" y="64972"/>
                </a:cubicBezTo>
                <a:cubicBezTo>
                  <a:pt x="86500" y="64395"/>
                  <a:pt x="89964" y="61220"/>
                  <a:pt x="90542" y="60643"/>
                </a:cubicBezTo>
                <a:cubicBezTo>
                  <a:pt x="91119" y="60065"/>
                  <a:pt x="94871" y="58911"/>
                  <a:pt x="94871" y="56313"/>
                </a:cubicBezTo>
                <a:cubicBezTo>
                  <a:pt x="94871" y="53715"/>
                  <a:pt x="90830" y="24275"/>
                  <a:pt x="90542" y="21677"/>
                </a:cubicBezTo>
                <a:cubicBezTo>
                  <a:pt x="90252" y="19079"/>
                  <a:pt x="90830" y="17925"/>
                  <a:pt x="90542" y="17347"/>
                </a:cubicBezTo>
                <a:cubicBezTo>
                  <a:pt x="90253" y="16770"/>
                  <a:pt x="86790" y="13595"/>
                  <a:pt x="86212" y="13018"/>
                </a:cubicBezTo>
                <a:cubicBezTo>
                  <a:pt x="85635" y="12441"/>
                  <a:pt x="82748" y="9266"/>
                  <a:pt x="81882" y="8689"/>
                </a:cubicBezTo>
                <a:cubicBezTo>
                  <a:pt x="81016" y="8111"/>
                  <a:pt x="75244" y="4359"/>
                  <a:pt x="73224" y="4359"/>
                </a:cubicBezTo>
                <a:cubicBezTo>
                  <a:pt x="71204" y="4359"/>
                  <a:pt x="53596" y="8400"/>
                  <a:pt x="51576" y="8689"/>
                </a:cubicBezTo>
                <a:cubicBezTo>
                  <a:pt x="49556" y="8978"/>
                  <a:pt x="43782" y="8401"/>
                  <a:pt x="42916" y="8689"/>
                </a:cubicBezTo>
                <a:cubicBezTo>
                  <a:pt x="42051" y="8977"/>
                  <a:pt x="39164" y="12441"/>
                  <a:pt x="38587" y="13018"/>
                </a:cubicBezTo>
                <a:cubicBezTo>
                  <a:pt x="38010" y="13595"/>
                  <a:pt x="34835" y="16770"/>
                  <a:pt x="34257" y="17347"/>
                </a:cubicBezTo>
                <a:cubicBezTo>
                  <a:pt x="33679" y="17925"/>
                  <a:pt x="30505" y="20811"/>
                  <a:pt x="29928" y="21677"/>
                </a:cubicBezTo>
                <a:cubicBezTo>
                  <a:pt x="29350" y="22543"/>
                  <a:pt x="26175" y="28315"/>
                  <a:pt x="25598" y="30336"/>
                </a:cubicBezTo>
                <a:cubicBezTo>
                  <a:pt x="25022" y="32357"/>
                  <a:pt x="21557" y="49097"/>
                  <a:pt x="21268" y="51983"/>
                </a:cubicBezTo>
                <a:cubicBezTo>
                  <a:pt x="20980" y="54870"/>
                  <a:pt x="20980" y="71899"/>
                  <a:pt x="21268" y="73631"/>
                </a:cubicBezTo>
                <a:cubicBezTo>
                  <a:pt x="21557" y="75363"/>
                  <a:pt x="25022" y="77383"/>
                  <a:pt x="25598" y="77961"/>
                </a:cubicBezTo>
                <a:cubicBezTo>
                  <a:pt x="26175" y="78538"/>
                  <a:pt x="29350" y="81713"/>
                  <a:pt x="29928" y="82290"/>
                </a:cubicBezTo>
                <a:cubicBezTo>
                  <a:pt x="30505" y="82867"/>
                  <a:pt x="33679" y="86042"/>
                  <a:pt x="34257" y="86619"/>
                </a:cubicBezTo>
                <a:cubicBezTo>
                  <a:pt x="34835" y="87197"/>
                  <a:pt x="37722" y="90372"/>
                  <a:pt x="38587" y="90949"/>
                </a:cubicBezTo>
                <a:cubicBezTo>
                  <a:pt x="39453" y="91527"/>
                  <a:pt x="44071" y="95279"/>
                  <a:pt x="47246" y="95279"/>
                </a:cubicBezTo>
                <a:cubicBezTo>
                  <a:pt x="50420" y="95279"/>
                  <a:pt x="83326" y="91527"/>
                  <a:pt x="86212" y="90949"/>
                </a:cubicBezTo>
                <a:cubicBezTo>
                  <a:pt x="89098" y="90372"/>
                  <a:pt x="89964" y="87485"/>
                  <a:pt x="90542" y="86619"/>
                </a:cubicBezTo>
                <a:cubicBezTo>
                  <a:pt x="91119" y="85753"/>
                  <a:pt x="94871" y="80559"/>
                  <a:pt x="94871" y="77961"/>
                </a:cubicBezTo>
                <a:cubicBezTo>
                  <a:pt x="94871" y="75363"/>
                  <a:pt x="91119" y="50829"/>
                  <a:pt x="90542" y="47654"/>
                </a:cubicBezTo>
                <a:cubicBezTo>
                  <a:pt x="89964" y="44479"/>
                  <a:pt x="86790" y="32356"/>
                  <a:pt x="86212" y="30336"/>
                </a:cubicBezTo>
                <a:cubicBezTo>
                  <a:pt x="85635" y="28315"/>
                  <a:pt x="82460" y="18502"/>
                  <a:pt x="81882" y="17347"/>
                </a:cubicBezTo>
                <a:cubicBezTo>
                  <a:pt x="81305" y="16193"/>
                  <a:pt x="78130" y="13595"/>
                  <a:pt x="77553" y="13018"/>
                </a:cubicBezTo>
                <a:cubicBezTo>
                  <a:pt x="76976" y="12441"/>
                  <a:pt x="73801" y="9266"/>
                  <a:pt x="73224" y="8689"/>
                </a:cubicBezTo>
                <a:cubicBezTo>
                  <a:pt x="72646" y="8111"/>
                  <a:pt x="69471" y="4936"/>
                  <a:pt x="68894" y="4359"/>
                </a:cubicBezTo>
                <a:cubicBezTo>
                  <a:pt x="68316" y="3781"/>
                  <a:pt x="66586" y="29"/>
                  <a:pt x="64564" y="29"/>
                </a:cubicBezTo>
                <a:cubicBezTo>
                  <a:pt x="62544" y="29"/>
                  <a:pt x="40607" y="3781"/>
                  <a:pt x="38587" y="4359"/>
                </a:cubicBezTo>
                <a:cubicBezTo>
                  <a:pt x="36567" y="4936"/>
                  <a:pt x="34835" y="8111"/>
                  <a:pt x="34257" y="8689"/>
                </a:cubicBezTo>
                <a:cubicBezTo>
                  <a:pt x="33679" y="9266"/>
                  <a:pt x="30505" y="12441"/>
                  <a:pt x="29928" y="13018"/>
                </a:cubicBezTo>
                <a:cubicBezTo>
                  <a:pt x="29350" y="13595"/>
                  <a:pt x="26175" y="15326"/>
                  <a:pt x="25598" y="17347"/>
                </a:cubicBezTo>
                <a:cubicBezTo>
                  <a:pt x="25022" y="19368"/>
                  <a:pt x="21557" y="39861"/>
                  <a:pt x="21268" y="43325"/>
                </a:cubicBezTo>
                <a:cubicBezTo>
                  <a:pt x="20980" y="46789"/>
                  <a:pt x="20980" y="67282"/>
                  <a:pt x="21268" y="69302"/>
                </a:cubicBezTo>
                <a:cubicBezTo>
                  <a:pt x="21557" y="71322"/>
                  <a:pt x="25022" y="72766"/>
                  <a:pt x="25598" y="73631"/>
                </a:cubicBezTo>
                <a:cubicBezTo>
                  <a:pt x="26175" y="74497"/>
                  <a:pt x="29350" y="81425"/>
                  <a:pt x="29928" y="82290"/>
                </a:cubicBezTo>
                <a:cubicBezTo>
                  <a:pt x="30505" y="83156"/>
                  <a:pt x="33679" y="86042"/>
                  <a:pt x="34257" y="86619"/>
                </a:cubicBezTo>
                <a:cubicBezTo>
                  <a:pt x="34835" y="87197"/>
                  <a:pt x="35412" y="90661"/>
                  <a:pt x="38587" y="90949"/>
                </a:cubicBezTo>
                <a:cubicBezTo>
                  <a:pt x="41762" y="91239"/>
                  <a:pt x="78707" y="91239"/>
                  <a:pt x="81882" y="90949"/>
                </a:cubicBezTo>
                <a:cubicBezTo>
                  <a:pt x="85057" y="90661"/>
                  <a:pt x="85635" y="87197"/>
                  <a:pt x="86212" y="86619"/>
                </a:cubicBezTo>
                <a:cubicBezTo>
                  <a:pt x="86790" y="86042"/>
                  <a:pt x="89964" y="82867"/>
                  <a:pt x="90542" y="82290"/>
                </a:cubicBezTo>
                <a:cubicBezTo>
                  <a:pt x="91119" y="81713"/>
                  <a:pt x="94294" y="79115"/>
                  <a:pt x="94871" y="77961"/>
                </a:cubicBezTo>
                <a:cubicBezTo>
                  <a:pt x="95448" y="76806"/>
                  <a:pt x="99201" y="67570"/>
                  <a:pt x="99201" y="64972"/>
                </a:cubicBezTo>
                <a:cubicBezTo>
                  <a:pt x="99201" y="62374"/>
                  <a:pt x="95448" y="41015"/>
                  <a:pt x="94871" y="38995"/>
                </a:cubicBezTo>
                <a:cubicBezTo>
                  <a:pt x="94294" y="36975"/>
                  <a:pt x="91119" y="35243"/>
                  <a:pt x="90542" y="34665"/>
                </a:cubicBezTo>
                <a:cubicBezTo>
                  <a:pt x="89964" y="34088"/>
                  <a:pt x="86790" y="31202"/>
                  <a:pt x="86212" y="30336"/>
                </a:cubicBezTo>
                <a:cubicBezTo>
                  <a:pt x="85635" y="29469"/>
                  <a:pt x="82460" y="22543"/>
                  <a:pt x="81882" y="21677"/>
                </a:cubicBezTo>
                <a:cubicBezTo>
                  <a:pt x="81305" y="20811"/>
                  <a:pt x="78130" y="17925"/>
                  <a:pt x="77553" y="17347"/>
                </a:cubicBezTo>
                <a:cubicBezTo>
                  <a:pt x="76976" y="16770"/>
                  <a:pt x="73801" y="13595"/>
                  <a:pt x="73224" y="13018"/>
                </a:cubicBezTo>
                <a:cubicBezTo>
                  <a:pt x="72646" y="12441"/>
                  <a:pt x="69471" y="9266"/>
                  <a:pt x="68894" y="8689"/>
                </a:cubicBezTo>
                <a:cubicBezTo>
                  <a:pt x="68316" y="8111"/>
                  <a:pt x="66008" y="4648"/>
                  <a:pt x="64564" y="4359"/>
                </a:cubicBezTo>
                <a:cubicBezTo>
                  <a:pt x="63121" y="4070"/>
                  <a:pt x="48400" y="4359"/>
                  <a:pt x="47246" y="4359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42" name=""/>
          <p:cNvCxnSpPr/>
          <p:nvPr/>
        </p:nvCxnSpPr>
        <p:spPr>
          <a:xfrm rot="5400000" flipH="1" flipV="1">
            <a:off x="3886200" y="7353300"/>
            <a:ext cx="533400" cy="533400"/>
          </a:xfrm>
          <a:prstGeom prst="straightConnector1">
            <a:avLst/>
          </a:prstGeom>
          <a:ln w="762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"/>
          <p:cNvSpPr/>
          <p:nvPr/>
        </p:nvSpPr>
        <p:spPr>
          <a:xfrm>
            <a:off x="6012428" y="7474306"/>
            <a:ext cx="40864" cy="48656"/>
          </a:xfrm>
          <a:custGeom>
            <a:avLst/>
            <a:gdLst>
              <a:gd name="connsiteX0" fmla="*/ 2609 w 40864"/>
              <a:gd name="connsiteY0" fmla="*/ 14931 h 48656"/>
              <a:gd name="connsiteX1" fmla="*/ 227 w 40864"/>
              <a:gd name="connsiteY1" fmla="*/ 26837 h 48656"/>
              <a:gd name="connsiteX2" fmla="*/ 2609 w 40864"/>
              <a:gd name="connsiteY2" fmla="*/ 38743 h 48656"/>
              <a:gd name="connsiteX3" fmla="*/ 4990 w 40864"/>
              <a:gd name="connsiteY3" fmla="*/ 41125 h 48656"/>
              <a:gd name="connsiteX4" fmla="*/ 16897 w 40864"/>
              <a:gd name="connsiteY4" fmla="*/ 38743 h 48656"/>
              <a:gd name="connsiteX5" fmla="*/ 19277 w 40864"/>
              <a:gd name="connsiteY5" fmla="*/ 36362 h 48656"/>
              <a:gd name="connsiteX6" fmla="*/ 21659 w 40864"/>
              <a:gd name="connsiteY6" fmla="*/ 33981 h 48656"/>
              <a:gd name="connsiteX7" fmla="*/ 24040 w 40864"/>
              <a:gd name="connsiteY7" fmla="*/ 31600 h 48656"/>
              <a:gd name="connsiteX8" fmla="*/ 26421 w 40864"/>
              <a:gd name="connsiteY8" fmla="*/ 29219 h 48656"/>
              <a:gd name="connsiteX9" fmla="*/ 28803 w 40864"/>
              <a:gd name="connsiteY9" fmla="*/ 22075 h 48656"/>
              <a:gd name="connsiteX10" fmla="*/ 26421 w 40864"/>
              <a:gd name="connsiteY10" fmla="*/ 14931 h 48656"/>
              <a:gd name="connsiteX11" fmla="*/ 16897 w 40864"/>
              <a:gd name="connsiteY11" fmla="*/ 17312 h 48656"/>
              <a:gd name="connsiteX12" fmla="*/ 14515 w 40864"/>
              <a:gd name="connsiteY12" fmla="*/ 19693 h 48656"/>
              <a:gd name="connsiteX13" fmla="*/ 12134 w 40864"/>
              <a:gd name="connsiteY13" fmla="*/ 22075 h 48656"/>
              <a:gd name="connsiteX14" fmla="*/ 14515 w 40864"/>
              <a:gd name="connsiteY14" fmla="*/ 36362 h 48656"/>
              <a:gd name="connsiteX15" fmla="*/ 16897 w 40864"/>
              <a:gd name="connsiteY15" fmla="*/ 38743 h 48656"/>
              <a:gd name="connsiteX16" fmla="*/ 19277 w 40864"/>
              <a:gd name="connsiteY16" fmla="*/ 41125 h 48656"/>
              <a:gd name="connsiteX17" fmla="*/ 21659 w 40864"/>
              <a:gd name="connsiteY17" fmla="*/ 38743 h 48656"/>
              <a:gd name="connsiteX18" fmla="*/ 24040 w 40864"/>
              <a:gd name="connsiteY18" fmla="*/ 33981 h 48656"/>
              <a:gd name="connsiteX19" fmla="*/ 21659 w 40864"/>
              <a:gd name="connsiteY19" fmla="*/ 17312 h 48656"/>
              <a:gd name="connsiteX20" fmla="*/ 14515 w 40864"/>
              <a:gd name="connsiteY20" fmla="*/ 19693 h 48656"/>
              <a:gd name="connsiteX21" fmla="*/ 9753 w 40864"/>
              <a:gd name="connsiteY21" fmla="*/ 22075 h 48656"/>
              <a:gd name="connsiteX22" fmla="*/ 12134 w 40864"/>
              <a:gd name="connsiteY22" fmla="*/ 29219 h 48656"/>
              <a:gd name="connsiteX23" fmla="*/ 19277 w 40864"/>
              <a:gd name="connsiteY23" fmla="*/ 26837 h 48656"/>
              <a:gd name="connsiteX24" fmla="*/ 16897 w 40864"/>
              <a:gd name="connsiteY24" fmla="*/ 5406 h 48656"/>
              <a:gd name="connsiteX25" fmla="*/ 14515 w 40864"/>
              <a:gd name="connsiteY25" fmla="*/ 3025 h 48656"/>
              <a:gd name="connsiteX26" fmla="*/ 12134 w 40864"/>
              <a:gd name="connsiteY26" fmla="*/ 643 h 48656"/>
              <a:gd name="connsiteX27" fmla="*/ 7371 w 40864"/>
              <a:gd name="connsiteY27" fmla="*/ 3025 h 48656"/>
              <a:gd name="connsiteX28" fmla="*/ 4990 w 40864"/>
              <a:gd name="connsiteY28" fmla="*/ 5406 h 48656"/>
              <a:gd name="connsiteX29" fmla="*/ 2609 w 40864"/>
              <a:gd name="connsiteY29" fmla="*/ 7787 h 48656"/>
              <a:gd name="connsiteX30" fmla="*/ 4990 w 40864"/>
              <a:gd name="connsiteY30" fmla="*/ 24456 h 48656"/>
              <a:gd name="connsiteX31" fmla="*/ 7371 w 40864"/>
              <a:gd name="connsiteY31" fmla="*/ 26837 h 48656"/>
              <a:gd name="connsiteX32" fmla="*/ 9753 w 40864"/>
              <a:gd name="connsiteY32" fmla="*/ 24456 h 48656"/>
              <a:gd name="connsiteX33" fmla="*/ 7371 w 40864"/>
              <a:gd name="connsiteY33" fmla="*/ 14931 h 48656"/>
              <a:gd name="connsiteX34" fmla="*/ 4990 w 40864"/>
              <a:gd name="connsiteY34" fmla="*/ 17312 h 48656"/>
              <a:gd name="connsiteX35" fmla="*/ 2609 w 40864"/>
              <a:gd name="connsiteY35" fmla="*/ 19693 h 48656"/>
              <a:gd name="connsiteX36" fmla="*/ 227 w 40864"/>
              <a:gd name="connsiteY36" fmla="*/ 24456 h 48656"/>
              <a:gd name="connsiteX37" fmla="*/ 2609 w 40864"/>
              <a:gd name="connsiteY37" fmla="*/ 36362 h 48656"/>
              <a:gd name="connsiteX38" fmla="*/ 4990 w 40864"/>
              <a:gd name="connsiteY38" fmla="*/ 38743 h 48656"/>
              <a:gd name="connsiteX39" fmla="*/ 9753 w 40864"/>
              <a:gd name="connsiteY39" fmla="*/ 38743 h 48656"/>
              <a:gd name="connsiteX40" fmla="*/ 12134 w 40864"/>
              <a:gd name="connsiteY40" fmla="*/ 36362 h 48656"/>
              <a:gd name="connsiteX41" fmla="*/ 14515 w 40864"/>
              <a:gd name="connsiteY41" fmla="*/ 31600 h 48656"/>
              <a:gd name="connsiteX42" fmla="*/ 16897 w 40864"/>
              <a:gd name="connsiteY42" fmla="*/ 29219 h 48656"/>
              <a:gd name="connsiteX43" fmla="*/ 16897 w 40864"/>
              <a:gd name="connsiteY43" fmla="*/ 26837 h 48656"/>
              <a:gd name="connsiteX44" fmla="*/ 19277 w 40864"/>
              <a:gd name="connsiteY44" fmla="*/ 24456 h 48656"/>
              <a:gd name="connsiteX45" fmla="*/ 16897 w 40864"/>
              <a:gd name="connsiteY45" fmla="*/ 19693 h 48656"/>
              <a:gd name="connsiteX46" fmla="*/ 12134 w 40864"/>
              <a:gd name="connsiteY46" fmla="*/ 22075 h 48656"/>
              <a:gd name="connsiteX47" fmla="*/ 14515 w 40864"/>
              <a:gd name="connsiteY47" fmla="*/ 38743 h 48656"/>
              <a:gd name="connsiteX48" fmla="*/ 19277 w 40864"/>
              <a:gd name="connsiteY48" fmla="*/ 36362 h 48656"/>
              <a:gd name="connsiteX49" fmla="*/ 21659 w 40864"/>
              <a:gd name="connsiteY49" fmla="*/ 33981 h 48656"/>
              <a:gd name="connsiteX50" fmla="*/ 21659 w 40864"/>
              <a:gd name="connsiteY50" fmla="*/ 31600 h 48656"/>
              <a:gd name="connsiteX51" fmla="*/ 24040 w 40864"/>
              <a:gd name="connsiteY51" fmla="*/ 29219 h 48656"/>
              <a:gd name="connsiteX52" fmla="*/ 21659 w 40864"/>
              <a:gd name="connsiteY52" fmla="*/ 14931 h 48656"/>
              <a:gd name="connsiteX53" fmla="*/ 19277 w 40864"/>
              <a:gd name="connsiteY53" fmla="*/ 17312 h 48656"/>
              <a:gd name="connsiteX54" fmla="*/ 14515 w 40864"/>
              <a:gd name="connsiteY54" fmla="*/ 19693 h 48656"/>
              <a:gd name="connsiteX55" fmla="*/ 12134 w 40864"/>
              <a:gd name="connsiteY55" fmla="*/ 22075 h 48656"/>
              <a:gd name="connsiteX56" fmla="*/ 9753 w 40864"/>
              <a:gd name="connsiteY56" fmla="*/ 24456 h 48656"/>
              <a:gd name="connsiteX57" fmla="*/ 12134 w 40864"/>
              <a:gd name="connsiteY57" fmla="*/ 41125 h 48656"/>
              <a:gd name="connsiteX58" fmla="*/ 14515 w 40864"/>
              <a:gd name="connsiteY58" fmla="*/ 45887 h 48656"/>
              <a:gd name="connsiteX59" fmla="*/ 21659 w 40864"/>
              <a:gd name="connsiteY59" fmla="*/ 43506 h 48656"/>
              <a:gd name="connsiteX60" fmla="*/ 26421 w 40864"/>
              <a:gd name="connsiteY60" fmla="*/ 41125 h 48656"/>
              <a:gd name="connsiteX61" fmla="*/ 28803 w 40864"/>
              <a:gd name="connsiteY61" fmla="*/ 38743 h 48656"/>
              <a:gd name="connsiteX62" fmla="*/ 31184 w 40864"/>
              <a:gd name="connsiteY62" fmla="*/ 36362 h 48656"/>
              <a:gd name="connsiteX63" fmla="*/ 28803 w 40864"/>
              <a:gd name="connsiteY63" fmla="*/ 24456 h 48656"/>
              <a:gd name="connsiteX64" fmla="*/ 26421 w 40864"/>
              <a:gd name="connsiteY64" fmla="*/ 26837 h 48656"/>
              <a:gd name="connsiteX65" fmla="*/ 28803 w 40864"/>
              <a:gd name="connsiteY65" fmla="*/ 45887 h 48656"/>
              <a:gd name="connsiteX66" fmla="*/ 31184 w 40864"/>
              <a:gd name="connsiteY66" fmla="*/ 43506 h 48656"/>
              <a:gd name="connsiteX67" fmla="*/ 33565 w 40864"/>
              <a:gd name="connsiteY67" fmla="*/ 41125 h 48656"/>
              <a:gd name="connsiteX68" fmla="*/ 35946 w 40864"/>
              <a:gd name="connsiteY68" fmla="*/ 38743 h 48656"/>
              <a:gd name="connsiteX69" fmla="*/ 38327 w 40864"/>
              <a:gd name="connsiteY69" fmla="*/ 31600 h 48656"/>
              <a:gd name="connsiteX70" fmla="*/ 40709 w 40864"/>
              <a:gd name="connsiteY70" fmla="*/ 24456 h 48656"/>
              <a:gd name="connsiteX71" fmla="*/ 38327 w 40864"/>
              <a:gd name="connsiteY71" fmla="*/ 19693 h 48656"/>
              <a:gd name="connsiteX72" fmla="*/ 24040 w 40864"/>
              <a:gd name="connsiteY72" fmla="*/ 22075 h 48656"/>
              <a:gd name="connsiteX73" fmla="*/ 21659 w 40864"/>
              <a:gd name="connsiteY73" fmla="*/ 26837 h 48656"/>
              <a:gd name="connsiteX74" fmla="*/ 24040 w 40864"/>
              <a:gd name="connsiteY74" fmla="*/ 31600 h 48656"/>
              <a:gd name="connsiteX75" fmla="*/ 26421 w 40864"/>
              <a:gd name="connsiteY75" fmla="*/ 24456 h 48656"/>
              <a:gd name="connsiteX76" fmla="*/ 26421 w 40864"/>
              <a:gd name="connsiteY76" fmla="*/ 12550 h 48656"/>
              <a:gd name="connsiteX77" fmla="*/ 24040 w 40864"/>
              <a:gd name="connsiteY77" fmla="*/ 10169 h 48656"/>
              <a:gd name="connsiteX78" fmla="*/ 21659 w 40864"/>
              <a:gd name="connsiteY78" fmla="*/ 7787 h 48656"/>
              <a:gd name="connsiteX79" fmla="*/ 14515 w 40864"/>
              <a:gd name="connsiteY79" fmla="*/ 10169 h 48656"/>
              <a:gd name="connsiteX80" fmla="*/ 12134 w 40864"/>
              <a:gd name="connsiteY80" fmla="*/ 12550 h 48656"/>
              <a:gd name="connsiteX81" fmla="*/ 9753 w 40864"/>
              <a:gd name="connsiteY81" fmla="*/ 10169 h 48656"/>
              <a:gd name="connsiteX82" fmla="*/ 2609 w 40864"/>
              <a:gd name="connsiteY82" fmla="*/ 12550 h 48656"/>
              <a:gd name="connsiteX83" fmla="*/ 4990 w 40864"/>
              <a:gd name="connsiteY83" fmla="*/ 22075 h 48656"/>
              <a:gd name="connsiteX84" fmla="*/ 14515 w 40864"/>
              <a:gd name="connsiteY84" fmla="*/ 19693 h 48656"/>
              <a:gd name="connsiteX85" fmla="*/ 16897 w 40864"/>
              <a:gd name="connsiteY85" fmla="*/ 17312 h 48656"/>
              <a:gd name="connsiteX86" fmla="*/ 19277 w 40864"/>
              <a:gd name="connsiteY86" fmla="*/ 14931 h 48656"/>
              <a:gd name="connsiteX87" fmla="*/ 16897 w 40864"/>
              <a:gd name="connsiteY87" fmla="*/ 10169 h 48656"/>
              <a:gd name="connsiteX88" fmla="*/ 14515 w 40864"/>
              <a:gd name="connsiteY88" fmla="*/ 12550 h 48656"/>
              <a:gd name="connsiteX89" fmla="*/ 16897 w 40864"/>
              <a:gd name="connsiteY89" fmla="*/ 10169 h 48656"/>
              <a:gd name="connsiteX90" fmla="*/ 14515 w 40864"/>
              <a:gd name="connsiteY90" fmla="*/ 7787 h 48656"/>
              <a:gd name="connsiteX91" fmla="*/ 16897 w 40864"/>
              <a:gd name="connsiteY91" fmla="*/ 17312 h 48656"/>
              <a:gd name="connsiteX92" fmla="*/ 21659 w 40864"/>
              <a:gd name="connsiteY92" fmla="*/ 14931 h 48656"/>
              <a:gd name="connsiteX93" fmla="*/ 26421 w 40864"/>
              <a:gd name="connsiteY93" fmla="*/ 12550 h 48656"/>
              <a:gd name="connsiteX94" fmla="*/ 24040 w 40864"/>
              <a:gd name="connsiteY94" fmla="*/ 5406 h 48656"/>
              <a:gd name="connsiteX95" fmla="*/ 19277 w 40864"/>
              <a:gd name="connsiteY95" fmla="*/ 7787 h 48656"/>
              <a:gd name="connsiteX96" fmla="*/ 16897 w 40864"/>
              <a:gd name="connsiteY96" fmla="*/ 10169 h 48656"/>
              <a:gd name="connsiteX97" fmla="*/ 14515 w 40864"/>
              <a:gd name="connsiteY97" fmla="*/ 12550 h 48656"/>
              <a:gd name="connsiteX98" fmla="*/ 16897 w 40864"/>
              <a:gd name="connsiteY98" fmla="*/ 22075 h 48656"/>
              <a:gd name="connsiteX99" fmla="*/ 2609 w 40864"/>
              <a:gd name="connsiteY99" fmla="*/ 14931 h 4865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0864" h="48656">
                <a:moveTo>
                  <a:pt x="2609" y="14931"/>
                </a:moveTo>
                <a:cubicBezTo>
                  <a:pt x="2450" y="15725"/>
                  <a:pt x="227" y="25249"/>
                  <a:pt x="227" y="26837"/>
                </a:cubicBezTo>
                <a:cubicBezTo>
                  <a:pt x="227" y="28425"/>
                  <a:pt x="2291" y="37791"/>
                  <a:pt x="2609" y="38743"/>
                </a:cubicBezTo>
                <a:cubicBezTo>
                  <a:pt x="2926" y="39696"/>
                  <a:pt x="4037" y="41125"/>
                  <a:pt x="4990" y="41125"/>
                </a:cubicBezTo>
                <a:cubicBezTo>
                  <a:pt x="5943" y="41125"/>
                  <a:pt x="15944" y="39061"/>
                  <a:pt x="16897" y="38743"/>
                </a:cubicBezTo>
                <a:cubicBezTo>
                  <a:pt x="17850" y="38426"/>
                  <a:pt x="18960" y="36679"/>
                  <a:pt x="19277" y="36362"/>
                </a:cubicBezTo>
                <a:cubicBezTo>
                  <a:pt x="19595" y="36045"/>
                  <a:pt x="21341" y="34298"/>
                  <a:pt x="21659" y="33981"/>
                </a:cubicBezTo>
                <a:cubicBezTo>
                  <a:pt x="21976" y="33663"/>
                  <a:pt x="23723" y="31917"/>
                  <a:pt x="24040" y="31600"/>
                </a:cubicBezTo>
                <a:cubicBezTo>
                  <a:pt x="24357" y="31282"/>
                  <a:pt x="26104" y="29853"/>
                  <a:pt x="26421" y="29219"/>
                </a:cubicBezTo>
                <a:cubicBezTo>
                  <a:pt x="26739" y="28583"/>
                  <a:pt x="28803" y="23027"/>
                  <a:pt x="28803" y="22075"/>
                </a:cubicBezTo>
                <a:cubicBezTo>
                  <a:pt x="28803" y="21122"/>
                  <a:pt x="27215" y="15249"/>
                  <a:pt x="26421" y="14931"/>
                </a:cubicBezTo>
                <a:cubicBezTo>
                  <a:pt x="25628" y="14613"/>
                  <a:pt x="17691" y="16994"/>
                  <a:pt x="16897" y="17312"/>
                </a:cubicBezTo>
                <a:cubicBezTo>
                  <a:pt x="16103" y="17630"/>
                  <a:pt x="14833" y="19375"/>
                  <a:pt x="14515" y="19693"/>
                </a:cubicBezTo>
                <a:cubicBezTo>
                  <a:pt x="14197" y="20011"/>
                  <a:pt x="12134" y="20964"/>
                  <a:pt x="12134" y="22075"/>
                </a:cubicBezTo>
                <a:cubicBezTo>
                  <a:pt x="12134" y="23186"/>
                  <a:pt x="14197" y="35251"/>
                  <a:pt x="14515" y="36362"/>
                </a:cubicBezTo>
                <a:cubicBezTo>
                  <a:pt x="14833" y="37473"/>
                  <a:pt x="16579" y="38426"/>
                  <a:pt x="16897" y="38743"/>
                </a:cubicBezTo>
                <a:cubicBezTo>
                  <a:pt x="17215" y="39061"/>
                  <a:pt x="18960" y="41125"/>
                  <a:pt x="19277" y="41125"/>
                </a:cubicBezTo>
                <a:cubicBezTo>
                  <a:pt x="19595" y="41125"/>
                  <a:pt x="21341" y="39219"/>
                  <a:pt x="21659" y="38743"/>
                </a:cubicBezTo>
                <a:cubicBezTo>
                  <a:pt x="21976" y="38267"/>
                  <a:pt x="24040" y="35409"/>
                  <a:pt x="24040" y="33981"/>
                </a:cubicBezTo>
                <a:cubicBezTo>
                  <a:pt x="24040" y="32551"/>
                  <a:pt x="22294" y="18265"/>
                  <a:pt x="21659" y="17312"/>
                </a:cubicBezTo>
                <a:cubicBezTo>
                  <a:pt x="21024" y="16359"/>
                  <a:pt x="15309" y="19375"/>
                  <a:pt x="14515" y="19693"/>
                </a:cubicBezTo>
                <a:cubicBezTo>
                  <a:pt x="13721" y="20011"/>
                  <a:pt x="9911" y="21440"/>
                  <a:pt x="9753" y="22075"/>
                </a:cubicBezTo>
                <a:cubicBezTo>
                  <a:pt x="9594" y="22709"/>
                  <a:pt x="11499" y="28901"/>
                  <a:pt x="12134" y="29219"/>
                </a:cubicBezTo>
                <a:cubicBezTo>
                  <a:pt x="12769" y="29536"/>
                  <a:pt x="18960" y="28425"/>
                  <a:pt x="19277" y="26837"/>
                </a:cubicBezTo>
                <a:cubicBezTo>
                  <a:pt x="19595" y="25249"/>
                  <a:pt x="17215" y="6993"/>
                  <a:pt x="16897" y="5406"/>
                </a:cubicBezTo>
                <a:cubicBezTo>
                  <a:pt x="16579" y="3818"/>
                  <a:pt x="14833" y="3342"/>
                  <a:pt x="14515" y="3025"/>
                </a:cubicBezTo>
                <a:cubicBezTo>
                  <a:pt x="14197" y="2707"/>
                  <a:pt x="12610" y="643"/>
                  <a:pt x="12134" y="643"/>
                </a:cubicBezTo>
                <a:cubicBezTo>
                  <a:pt x="11658" y="643"/>
                  <a:pt x="7848" y="2707"/>
                  <a:pt x="7371" y="3025"/>
                </a:cubicBezTo>
                <a:cubicBezTo>
                  <a:pt x="6895" y="3342"/>
                  <a:pt x="5308" y="5089"/>
                  <a:pt x="4990" y="5406"/>
                </a:cubicBezTo>
                <a:cubicBezTo>
                  <a:pt x="4672" y="5723"/>
                  <a:pt x="2609" y="6517"/>
                  <a:pt x="2609" y="7787"/>
                </a:cubicBezTo>
                <a:cubicBezTo>
                  <a:pt x="2609" y="9057"/>
                  <a:pt x="4672" y="23186"/>
                  <a:pt x="4990" y="24456"/>
                </a:cubicBezTo>
                <a:cubicBezTo>
                  <a:pt x="5308" y="25726"/>
                  <a:pt x="7054" y="26837"/>
                  <a:pt x="7371" y="26837"/>
                </a:cubicBezTo>
                <a:cubicBezTo>
                  <a:pt x="7689" y="26837"/>
                  <a:pt x="9753" y="25250"/>
                  <a:pt x="9753" y="24456"/>
                </a:cubicBezTo>
                <a:cubicBezTo>
                  <a:pt x="9753" y="23662"/>
                  <a:pt x="7689" y="15407"/>
                  <a:pt x="7371" y="14931"/>
                </a:cubicBezTo>
                <a:cubicBezTo>
                  <a:pt x="7054" y="14454"/>
                  <a:pt x="5308" y="16994"/>
                  <a:pt x="4990" y="17312"/>
                </a:cubicBezTo>
                <a:cubicBezTo>
                  <a:pt x="4672" y="17630"/>
                  <a:pt x="2927" y="19217"/>
                  <a:pt x="2609" y="19693"/>
                </a:cubicBezTo>
                <a:cubicBezTo>
                  <a:pt x="2291" y="20170"/>
                  <a:pt x="227" y="23345"/>
                  <a:pt x="227" y="24456"/>
                </a:cubicBezTo>
                <a:cubicBezTo>
                  <a:pt x="227" y="25567"/>
                  <a:pt x="2291" y="35410"/>
                  <a:pt x="2609" y="36362"/>
                </a:cubicBezTo>
                <a:cubicBezTo>
                  <a:pt x="2926" y="37315"/>
                  <a:pt x="4513" y="38585"/>
                  <a:pt x="4990" y="38743"/>
                </a:cubicBezTo>
                <a:cubicBezTo>
                  <a:pt x="5467" y="38902"/>
                  <a:pt x="9277" y="38902"/>
                  <a:pt x="9753" y="38743"/>
                </a:cubicBezTo>
                <a:cubicBezTo>
                  <a:pt x="10229" y="38585"/>
                  <a:pt x="11817" y="36839"/>
                  <a:pt x="12134" y="36362"/>
                </a:cubicBezTo>
                <a:cubicBezTo>
                  <a:pt x="12451" y="35886"/>
                  <a:pt x="14197" y="32076"/>
                  <a:pt x="14515" y="31600"/>
                </a:cubicBezTo>
                <a:cubicBezTo>
                  <a:pt x="14833" y="31123"/>
                  <a:pt x="16738" y="29536"/>
                  <a:pt x="16897" y="29219"/>
                </a:cubicBezTo>
                <a:cubicBezTo>
                  <a:pt x="17055" y="28901"/>
                  <a:pt x="16738" y="27155"/>
                  <a:pt x="16897" y="26837"/>
                </a:cubicBezTo>
                <a:cubicBezTo>
                  <a:pt x="17055" y="26520"/>
                  <a:pt x="19277" y="24932"/>
                  <a:pt x="19277" y="24456"/>
                </a:cubicBezTo>
                <a:cubicBezTo>
                  <a:pt x="19277" y="23980"/>
                  <a:pt x="17373" y="19852"/>
                  <a:pt x="16897" y="19693"/>
                </a:cubicBezTo>
                <a:cubicBezTo>
                  <a:pt x="16421" y="19535"/>
                  <a:pt x="12293" y="20805"/>
                  <a:pt x="12134" y="22075"/>
                </a:cubicBezTo>
                <a:cubicBezTo>
                  <a:pt x="11975" y="23345"/>
                  <a:pt x="14039" y="37791"/>
                  <a:pt x="14515" y="38743"/>
                </a:cubicBezTo>
                <a:cubicBezTo>
                  <a:pt x="14991" y="39696"/>
                  <a:pt x="18801" y="36679"/>
                  <a:pt x="19277" y="36362"/>
                </a:cubicBezTo>
                <a:cubicBezTo>
                  <a:pt x="19754" y="36045"/>
                  <a:pt x="21500" y="34298"/>
                  <a:pt x="21659" y="33981"/>
                </a:cubicBezTo>
                <a:cubicBezTo>
                  <a:pt x="21817" y="33663"/>
                  <a:pt x="21500" y="31917"/>
                  <a:pt x="21659" y="31600"/>
                </a:cubicBezTo>
                <a:cubicBezTo>
                  <a:pt x="21817" y="31282"/>
                  <a:pt x="24040" y="30330"/>
                  <a:pt x="24040" y="29219"/>
                </a:cubicBezTo>
                <a:cubicBezTo>
                  <a:pt x="24040" y="28107"/>
                  <a:pt x="21976" y="15725"/>
                  <a:pt x="21659" y="14931"/>
                </a:cubicBezTo>
                <a:cubicBezTo>
                  <a:pt x="21341" y="14136"/>
                  <a:pt x="19754" y="16994"/>
                  <a:pt x="19277" y="17312"/>
                </a:cubicBezTo>
                <a:cubicBezTo>
                  <a:pt x="18801" y="17630"/>
                  <a:pt x="14991" y="19375"/>
                  <a:pt x="14515" y="19693"/>
                </a:cubicBezTo>
                <a:cubicBezTo>
                  <a:pt x="14039" y="20011"/>
                  <a:pt x="12451" y="21757"/>
                  <a:pt x="12134" y="22075"/>
                </a:cubicBezTo>
                <a:cubicBezTo>
                  <a:pt x="11817" y="22392"/>
                  <a:pt x="9753" y="23186"/>
                  <a:pt x="9753" y="24456"/>
                </a:cubicBezTo>
                <a:cubicBezTo>
                  <a:pt x="9753" y="25725"/>
                  <a:pt x="11817" y="39696"/>
                  <a:pt x="12134" y="41125"/>
                </a:cubicBezTo>
                <a:cubicBezTo>
                  <a:pt x="12451" y="42553"/>
                  <a:pt x="13880" y="45729"/>
                  <a:pt x="14515" y="45887"/>
                </a:cubicBezTo>
                <a:cubicBezTo>
                  <a:pt x="15150" y="46046"/>
                  <a:pt x="20865" y="43823"/>
                  <a:pt x="21659" y="43506"/>
                </a:cubicBezTo>
                <a:cubicBezTo>
                  <a:pt x="22453" y="43189"/>
                  <a:pt x="25945" y="41442"/>
                  <a:pt x="26421" y="41125"/>
                </a:cubicBezTo>
                <a:cubicBezTo>
                  <a:pt x="26897" y="40807"/>
                  <a:pt x="28485" y="39061"/>
                  <a:pt x="28803" y="38743"/>
                </a:cubicBezTo>
                <a:cubicBezTo>
                  <a:pt x="29120" y="38426"/>
                  <a:pt x="31184" y="37315"/>
                  <a:pt x="31184" y="36362"/>
                </a:cubicBezTo>
                <a:cubicBezTo>
                  <a:pt x="31184" y="35410"/>
                  <a:pt x="29120" y="25091"/>
                  <a:pt x="28803" y="24456"/>
                </a:cubicBezTo>
                <a:cubicBezTo>
                  <a:pt x="28485" y="23821"/>
                  <a:pt x="26421" y="25409"/>
                  <a:pt x="26421" y="26837"/>
                </a:cubicBezTo>
                <a:cubicBezTo>
                  <a:pt x="26421" y="28265"/>
                  <a:pt x="28485" y="44776"/>
                  <a:pt x="28803" y="45887"/>
                </a:cubicBezTo>
                <a:cubicBezTo>
                  <a:pt x="29120" y="46998"/>
                  <a:pt x="30867" y="43823"/>
                  <a:pt x="31184" y="43506"/>
                </a:cubicBezTo>
                <a:cubicBezTo>
                  <a:pt x="31501" y="43189"/>
                  <a:pt x="33247" y="41442"/>
                  <a:pt x="33565" y="41125"/>
                </a:cubicBezTo>
                <a:cubicBezTo>
                  <a:pt x="33883" y="40807"/>
                  <a:pt x="35628" y="39378"/>
                  <a:pt x="35946" y="38743"/>
                </a:cubicBezTo>
                <a:cubicBezTo>
                  <a:pt x="36263" y="38109"/>
                  <a:pt x="38010" y="32552"/>
                  <a:pt x="38327" y="31600"/>
                </a:cubicBezTo>
                <a:cubicBezTo>
                  <a:pt x="38645" y="30647"/>
                  <a:pt x="40709" y="25249"/>
                  <a:pt x="40709" y="24456"/>
                </a:cubicBezTo>
                <a:cubicBezTo>
                  <a:pt x="40709" y="23663"/>
                  <a:pt x="39439" y="19852"/>
                  <a:pt x="38327" y="19693"/>
                </a:cubicBezTo>
                <a:cubicBezTo>
                  <a:pt x="37216" y="19535"/>
                  <a:pt x="25151" y="21599"/>
                  <a:pt x="24040" y="22075"/>
                </a:cubicBezTo>
                <a:cubicBezTo>
                  <a:pt x="22929" y="22551"/>
                  <a:pt x="21659" y="26203"/>
                  <a:pt x="21659" y="26837"/>
                </a:cubicBezTo>
                <a:cubicBezTo>
                  <a:pt x="21659" y="27472"/>
                  <a:pt x="23723" y="31759"/>
                  <a:pt x="24040" y="31600"/>
                </a:cubicBezTo>
                <a:cubicBezTo>
                  <a:pt x="24357" y="31441"/>
                  <a:pt x="26263" y="25726"/>
                  <a:pt x="26421" y="24456"/>
                </a:cubicBezTo>
                <a:cubicBezTo>
                  <a:pt x="26580" y="23186"/>
                  <a:pt x="26580" y="13503"/>
                  <a:pt x="26421" y="12550"/>
                </a:cubicBezTo>
                <a:cubicBezTo>
                  <a:pt x="26263" y="11597"/>
                  <a:pt x="24357" y="10486"/>
                  <a:pt x="24040" y="10169"/>
                </a:cubicBezTo>
                <a:cubicBezTo>
                  <a:pt x="23723" y="9851"/>
                  <a:pt x="22294" y="7787"/>
                  <a:pt x="21659" y="7787"/>
                </a:cubicBezTo>
                <a:cubicBezTo>
                  <a:pt x="21024" y="7787"/>
                  <a:pt x="15150" y="9851"/>
                  <a:pt x="14515" y="10169"/>
                </a:cubicBezTo>
                <a:cubicBezTo>
                  <a:pt x="13880" y="10486"/>
                  <a:pt x="12451" y="12550"/>
                  <a:pt x="12134" y="12550"/>
                </a:cubicBezTo>
                <a:cubicBezTo>
                  <a:pt x="11817" y="12550"/>
                  <a:pt x="10388" y="10169"/>
                  <a:pt x="9753" y="10169"/>
                </a:cubicBezTo>
                <a:cubicBezTo>
                  <a:pt x="9117" y="10169"/>
                  <a:pt x="2926" y="11755"/>
                  <a:pt x="2609" y="12550"/>
                </a:cubicBezTo>
                <a:cubicBezTo>
                  <a:pt x="2291" y="13344"/>
                  <a:pt x="4196" y="21599"/>
                  <a:pt x="4990" y="22075"/>
                </a:cubicBezTo>
                <a:cubicBezTo>
                  <a:pt x="5784" y="22551"/>
                  <a:pt x="13721" y="20011"/>
                  <a:pt x="14515" y="19693"/>
                </a:cubicBezTo>
                <a:cubicBezTo>
                  <a:pt x="15309" y="19375"/>
                  <a:pt x="16579" y="17630"/>
                  <a:pt x="16897" y="17312"/>
                </a:cubicBezTo>
                <a:cubicBezTo>
                  <a:pt x="17215" y="16994"/>
                  <a:pt x="19277" y="15407"/>
                  <a:pt x="19277" y="14931"/>
                </a:cubicBezTo>
                <a:cubicBezTo>
                  <a:pt x="19277" y="14454"/>
                  <a:pt x="17215" y="10327"/>
                  <a:pt x="16897" y="10169"/>
                </a:cubicBezTo>
                <a:cubicBezTo>
                  <a:pt x="16579" y="10010"/>
                  <a:pt x="14515" y="12550"/>
                  <a:pt x="14515" y="12550"/>
                </a:cubicBezTo>
                <a:cubicBezTo>
                  <a:pt x="14515" y="12550"/>
                  <a:pt x="16897" y="10486"/>
                  <a:pt x="16897" y="10169"/>
                </a:cubicBezTo>
                <a:cubicBezTo>
                  <a:pt x="16897" y="9851"/>
                  <a:pt x="14515" y="7311"/>
                  <a:pt x="14515" y="7787"/>
                </a:cubicBezTo>
                <a:cubicBezTo>
                  <a:pt x="14515" y="8263"/>
                  <a:pt x="16421" y="16836"/>
                  <a:pt x="16897" y="17312"/>
                </a:cubicBezTo>
                <a:cubicBezTo>
                  <a:pt x="17373" y="17789"/>
                  <a:pt x="21024" y="15248"/>
                  <a:pt x="21659" y="14931"/>
                </a:cubicBezTo>
                <a:cubicBezTo>
                  <a:pt x="22294" y="14613"/>
                  <a:pt x="26263" y="13185"/>
                  <a:pt x="26421" y="12550"/>
                </a:cubicBezTo>
                <a:cubicBezTo>
                  <a:pt x="26580" y="11915"/>
                  <a:pt x="24516" y="5723"/>
                  <a:pt x="24040" y="5406"/>
                </a:cubicBezTo>
                <a:cubicBezTo>
                  <a:pt x="23564" y="5089"/>
                  <a:pt x="19754" y="7470"/>
                  <a:pt x="19277" y="7787"/>
                </a:cubicBezTo>
                <a:cubicBezTo>
                  <a:pt x="18801" y="8105"/>
                  <a:pt x="17215" y="9851"/>
                  <a:pt x="16897" y="10169"/>
                </a:cubicBezTo>
                <a:cubicBezTo>
                  <a:pt x="16579" y="10486"/>
                  <a:pt x="14515" y="11755"/>
                  <a:pt x="14515" y="12550"/>
                </a:cubicBezTo>
                <a:cubicBezTo>
                  <a:pt x="14515" y="13344"/>
                  <a:pt x="16897" y="21439"/>
                  <a:pt x="16897" y="22075"/>
                </a:cubicBezTo>
                <a:cubicBezTo>
                  <a:pt x="16897" y="22710"/>
                  <a:pt x="14674" y="22075"/>
                  <a:pt x="2609" y="14931"/>
                </a:cubicBezTo>
                <a:close/>
              </a:path>
            </a:pathLst>
          </a:custGeom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7" name=""/>
          <p:cNvSpPr/>
          <p:nvPr/>
        </p:nvSpPr>
        <p:spPr>
          <a:xfrm>
            <a:off x="6049632" y="7558682"/>
            <a:ext cx="312131" cy="26193"/>
          </a:xfrm>
          <a:custGeom>
            <a:avLst/>
            <a:gdLst>
              <a:gd name="connsiteX0" fmla="*/ 15412 w 312131"/>
              <a:gd name="connsiteY0" fmla="*/ 16280 h 26193"/>
              <a:gd name="connsiteX1" fmla="*/ 27318 w 312131"/>
              <a:gd name="connsiteY1" fmla="*/ 18661 h 26193"/>
              <a:gd name="connsiteX2" fmla="*/ 34462 w 312131"/>
              <a:gd name="connsiteY2" fmla="*/ 21043 h 26193"/>
              <a:gd name="connsiteX3" fmla="*/ 43986 w 312131"/>
              <a:gd name="connsiteY3" fmla="*/ 21043 h 26193"/>
              <a:gd name="connsiteX4" fmla="*/ 46368 w 312131"/>
              <a:gd name="connsiteY4" fmla="*/ 23424 h 26193"/>
              <a:gd name="connsiteX5" fmla="*/ 127330 w 312131"/>
              <a:gd name="connsiteY5" fmla="*/ 21043 h 26193"/>
              <a:gd name="connsiteX6" fmla="*/ 198768 w 312131"/>
              <a:gd name="connsiteY6" fmla="*/ 23424 h 26193"/>
              <a:gd name="connsiteX7" fmla="*/ 191624 w 312131"/>
              <a:gd name="connsiteY7" fmla="*/ 23424 h 26193"/>
              <a:gd name="connsiteX8" fmla="*/ 189242 w 312131"/>
              <a:gd name="connsiteY8" fmla="*/ 21043 h 26193"/>
              <a:gd name="connsiteX9" fmla="*/ 96374 w 312131"/>
              <a:gd name="connsiteY9" fmla="*/ 23424 h 26193"/>
              <a:gd name="connsiteX10" fmla="*/ 79705 w 312131"/>
              <a:gd name="connsiteY10" fmla="*/ 23424 h 26193"/>
              <a:gd name="connsiteX11" fmla="*/ 77324 w 312131"/>
              <a:gd name="connsiteY11" fmla="*/ 25805 h 26193"/>
              <a:gd name="connsiteX12" fmla="*/ 20174 w 312131"/>
              <a:gd name="connsiteY12" fmla="*/ 23424 h 26193"/>
              <a:gd name="connsiteX13" fmla="*/ 39224 w 312131"/>
              <a:gd name="connsiteY13" fmla="*/ 23424 h 26193"/>
              <a:gd name="connsiteX14" fmla="*/ 41605 w 312131"/>
              <a:gd name="connsiteY14" fmla="*/ 21043 h 26193"/>
              <a:gd name="connsiteX15" fmla="*/ 70180 w 312131"/>
              <a:gd name="connsiteY15" fmla="*/ 21043 h 26193"/>
              <a:gd name="connsiteX16" fmla="*/ 72562 w 312131"/>
              <a:gd name="connsiteY16" fmla="*/ 18661 h 26193"/>
              <a:gd name="connsiteX17" fmla="*/ 96374 w 312131"/>
              <a:gd name="connsiteY17" fmla="*/ 18661 h 26193"/>
              <a:gd name="connsiteX18" fmla="*/ 101136 w 312131"/>
              <a:gd name="connsiteY18" fmla="*/ 16280 h 26193"/>
              <a:gd name="connsiteX19" fmla="*/ 155905 w 312131"/>
              <a:gd name="connsiteY19" fmla="*/ 16280 h 26193"/>
              <a:gd name="connsiteX20" fmla="*/ 160668 w 312131"/>
              <a:gd name="connsiteY20" fmla="*/ 13899 h 26193"/>
              <a:gd name="connsiteX21" fmla="*/ 179718 w 312131"/>
              <a:gd name="connsiteY21" fmla="*/ 13899 h 26193"/>
              <a:gd name="connsiteX22" fmla="*/ 184480 w 312131"/>
              <a:gd name="connsiteY22" fmla="*/ 11517 h 26193"/>
              <a:gd name="connsiteX23" fmla="*/ 239249 w 312131"/>
              <a:gd name="connsiteY23" fmla="*/ 11517 h 26193"/>
              <a:gd name="connsiteX24" fmla="*/ 241630 w 312131"/>
              <a:gd name="connsiteY24" fmla="*/ 9136 h 26193"/>
              <a:gd name="connsiteX25" fmla="*/ 298780 w 312131"/>
              <a:gd name="connsiteY25" fmla="*/ 9136 h 26193"/>
              <a:gd name="connsiteX26" fmla="*/ 301162 w 312131"/>
              <a:gd name="connsiteY26" fmla="*/ 6755 h 26193"/>
              <a:gd name="connsiteX27" fmla="*/ 122568 w 312131"/>
              <a:gd name="connsiteY27" fmla="*/ 4374 h 26193"/>
              <a:gd name="connsiteX28" fmla="*/ 32080 w 312131"/>
              <a:gd name="connsiteY28" fmla="*/ 6755 h 26193"/>
              <a:gd name="connsiteX29" fmla="*/ 27318 w 312131"/>
              <a:gd name="connsiteY29" fmla="*/ 6755 h 26193"/>
              <a:gd name="connsiteX30" fmla="*/ 24936 w 312131"/>
              <a:gd name="connsiteY30" fmla="*/ 9136 h 26193"/>
              <a:gd name="connsiteX31" fmla="*/ 22555 w 312131"/>
              <a:gd name="connsiteY31" fmla="*/ 9136 h 26193"/>
              <a:gd name="connsiteX32" fmla="*/ 20174 w 312131"/>
              <a:gd name="connsiteY32" fmla="*/ 11517 h 26193"/>
              <a:gd name="connsiteX33" fmla="*/ 15412 w 312131"/>
              <a:gd name="connsiteY33" fmla="*/ 13899 h 26193"/>
              <a:gd name="connsiteX34" fmla="*/ 27318 w 312131"/>
              <a:gd name="connsiteY34" fmla="*/ 13899 h 26193"/>
              <a:gd name="connsiteX35" fmla="*/ 29699 w 312131"/>
              <a:gd name="connsiteY35" fmla="*/ 11517 h 26193"/>
              <a:gd name="connsiteX36" fmla="*/ 34462 w 312131"/>
              <a:gd name="connsiteY36" fmla="*/ 9136 h 26193"/>
              <a:gd name="connsiteX37" fmla="*/ 48749 w 312131"/>
              <a:gd name="connsiteY37" fmla="*/ 6755 h 26193"/>
              <a:gd name="connsiteX38" fmla="*/ 72562 w 312131"/>
              <a:gd name="connsiteY38" fmla="*/ 6755 h 26193"/>
              <a:gd name="connsiteX39" fmla="*/ 74942 w 312131"/>
              <a:gd name="connsiteY39" fmla="*/ 4374 h 26193"/>
              <a:gd name="connsiteX40" fmla="*/ 101136 w 312131"/>
              <a:gd name="connsiteY40" fmla="*/ 4374 h 26193"/>
              <a:gd name="connsiteX41" fmla="*/ 103518 w 312131"/>
              <a:gd name="connsiteY41" fmla="*/ 1993 h 26193"/>
              <a:gd name="connsiteX42" fmla="*/ 201149 w 312131"/>
              <a:gd name="connsiteY42" fmla="*/ -388 h 26193"/>
              <a:gd name="connsiteX43" fmla="*/ 265442 w 312131"/>
              <a:gd name="connsiteY43" fmla="*/ 1993 h 26193"/>
              <a:gd name="connsiteX44" fmla="*/ 263062 w 312131"/>
              <a:gd name="connsiteY44" fmla="*/ 6755 h 26193"/>
              <a:gd name="connsiteX45" fmla="*/ 260680 w 312131"/>
              <a:gd name="connsiteY45" fmla="*/ 9136 h 26193"/>
              <a:gd name="connsiteX46" fmla="*/ 253536 w 312131"/>
              <a:gd name="connsiteY46" fmla="*/ 11517 h 26193"/>
              <a:gd name="connsiteX47" fmla="*/ 251155 w 312131"/>
              <a:gd name="connsiteY47" fmla="*/ 11517 h 26193"/>
              <a:gd name="connsiteX48" fmla="*/ 248774 w 312131"/>
              <a:gd name="connsiteY48" fmla="*/ 13899 h 26193"/>
              <a:gd name="connsiteX49" fmla="*/ 236868 w 312131"/>
              <a:gd name="connsiteY49" fmla="*/ 16280 h 26193"/>
              <a:gd name="connsiteX50" fmla="*/ 224962 w 312131"/>
              <a:gd name="connsiteY50" fmla="*/ 18661 h 26193"/>
              <a:gd name="connsiteX51" fmla="*/ 201149 w 312131"/>
              <a:gd name="connsiteY51" fmla="*/ 21043 h 26193"/>
              <a:gd name="connsiteX52" fmla="*/ 27318 w 312131"/>
              <a:gd name="connsiteY52" fmla="*/ 21043 h 26193"/>
              <a:gd name="connsiteX53" fmla="*/ 29699 w 312131"/>
              <a:gd name="connsiteY53" fmla="*/ 18661 h 26193"/>
              <a:gd name="connsiteX54" fmla="*/ 36842 w 312131"/>
              <a:gd name="connsiteY54" fmla="*/ 18661 h 26193"/>
              <a:gd name="connsiteX55" fmla="*/ 39224 w 312131"/>
              <a:gd name="connsiteY55" fmla="*/ 16280 h 26193"/>
              <a:gd name="connsiteX56" fmla="*/ 58274 w 312131"/>
              <a:gd name="connsiteY56" fmla="*/ 16280 h 26193"/>
              <a:gd name="connsiteX57" fmla="*/ 60655 w 312131"/>
              <a:gd name="connsiteY57" fmla="*/ 13899 h 26193"/>
              <a:gd name="connsiteX58" fmla="*/ 86849 w 312131"/>
              <a:gd name="connsiteY58" fmla="*/ 13899 h 26193"/>
              <a:gd name="connsiteX59" fmla="*/ 89230 w 312131"/>
              <a:gd name="connsiteY59" fmla="*/ 11517 h 26193"/>
              <a:gd name="connsiteX60" fmla="*/ 265442 w 312131"/>
              <a:gd name="connsiteY60" fmla="*/ 13899 h 26193"/>
              <a:gd name="connsiteX61" fmla="*/ 224962 w 312131"/>
              <a:gd name="connsiteY61" fmla="*/ 13899 h 26193"/>
              <a:gd name="connsiteX62" fmla="*/ 222580 w 312131"/>
              <a:gd name="connsiteY62" fmla="*/ 16280 h 26193"/>
              <a:gd name="connsiteX63" fmla="*/ 65418 w 312131"/>
              <a:gd name="connsiteY63" fmla="*/ 16280 h 26193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312131" h="26193">
                <a:moveTo>
                  <a:pt x="15412" y="16280"/>
                </a:moveTo>
                <a:cubicBezTo>
                  <a:pt x="16205" y="16439"/>
                  <a:pt x="26048" y="18344"/>
                  <a:pt x="27318" y="18661"/>
                </a:cubicBezTo>
                <a:cubicBezTo>
                  <a:pt x="28588" y="18979"/>
                  <a:pt x="33350" y="20884"/>
                  <a:pt x="34462" y="21043"/>
                </a:cubicBezTo>
                <a:cubicBezTo>
                  <a:pt x="35573" y="21201"/>
                  <a:pt x="43192" y="20884"/>
                  <a:pt x="43986" y="21043"/>
                </a:cubicBezTo>
                <a:cubicBezTo>
                  <a:pt x="44780" y="21201"/>
                  <a:pt x="40812" y="23424"/>
                  <a:pt x="46368" y="23424"/>
                </a:cubicBezTo>
                <a:cubicBezTo>
                  <a:pt x="51924" y="23424"/>
                  <a:pt x="117170" y="21043"/>
                  <a:pt x="127330" y="21043"/>
                </a:cubicBezTo>
                <a:cubicBezTo>
                  <a:pt x="137490" y="21043"/>
                  <a:pt x="194481" y="23265"/>
                  <a:pt x="198768" y="23424"/>
                </a:cubicBezTo>
                <a:cubicBezTo>
                  <a:pt x="203054" y="23583"/>
                  <a:pt x="192259" y="23583"/>
                  <a:pt x="191624" y="23424"/>
                </a:cubicBezTo>
                <a:cubicBezTo>
                  <a:pt x="190989" y="23265"/>
                  <a:pt x="195592" y="21043"/>
                  <a:pt x="189242" y="21043"/>
                </a:cubicBezTo>
                <a:cubicBezTo>
                  <a:pt x="182892" y="21043"/>
                  <a:pt x="103676" y="23265"/>
                  <a:pt x="96374" y="23424"/>
                </a:cubicBezTo>
                <a:cubicBezTo>
                  <a:pt x="89072" y="23583"/>
                  <a:pt x="80975" y="23265"/>
                  <a:pt x="79705" y="23424"/>
                </a:cubicBezTo>
                <a:cubicBezTo>
                  <a:pt x="78436" y="23583"/>
                  <a:pt x="81293" y="25805"/>
                  <a:pt x="77324" y="25805"/>
                </a:cubicBezTo>
                <a:cubicBezTo>
                  <a:pt x="73355" y="25805"/>
                  <a:pt x="22714" y="23583"/>
                  <a:pt x="20174" y="23424"/>
                </a:cubicBezTo>
                <a:cubicBezTo>
                  <a:pt x="17634" y="23265"/>
                  <a:pt x="37795" y="23583"/>
                  <a:pt x="39224" y="23424"/>
                </a:cubicBezTo>
                <a:cubicBezTo>
                  <a:pt x="40653" y="23265"/>
                  <a:pt x="39542" y="21201"/>
                  <a:pt x="41605" y="21043"/>
                </a:cubicBezTo>
                <a:cubicBezTo>
                  <a:pt x="43668" y="20884"/>
                  <a:pt x="68117" y="21201"/>
                  <a:pt x="70180" y="21043"/>
                </a:cubicBezTo>
                <a:cubicBezTo>
                  <a:pt x="72244" y="20884"/>
                  <a:pt x="70815" y="18820"/>
                  <a:pt x="72562" y="18661"/>
                </a:cubicBezTo>
                <a:cubicBezTo>
                  <a:pt x="74308" y="18503"/>
                  <a:pt x="94469" y="18820"/>
                  <a:pt x="96374" y="18661"/>
                </a:cubicBezTo>
                <a:cubicBezTo>
                  <a:pt x="98279" y="18503"/>
                  <a:pt x="97168" y="16439"/>
                  <a:pt x="101136" y="16280"/>
                </a:cubicBezTo>
                <a:cubicBezTo>
                  <a:pt x="105106" y="16121"/>
                  <a:pt x="151936" y="16439"/>
                  <a:pt x="155905" y="16280"/>
                </a:cubicBezTo>
                <a:cubicBezTo>
                  <a:pt x="159874" y="16121"/>
                  <a:pt x="159080" y="14057"/>
                  <a:pt x="160668" y="13899"/>
                </a:cubicBezTo>
                <a:cubicBezTo>
                  <a:pt x="162255" y="13740"/>
                  <a:pt x="178130" y="14057"/>
                  <a:pt x="179718" y="13899"/>
                </a:cubicBezTo>
                <a:cubicBezTo>
                  <a:pt x="181306" y="13740"/>
                  <a:pt x="180511" y="11676"/>
                  <a:pt x="184480" y="11517"/>
                </a:cubicBezTo>
                <a:cubicBezTo>
                  <a:pt x="188449" y="11359"/>
                  <a:pt x="235439" y="11676"/>
                  <a:pt x="239249" y="11517"/>
                </a:cubicBezTo>
                <a:cubicBezTo>
                  <a:pt x="243058" y="11359"/>
                  <a:pt x="237661" y="9295"/>
                  <a:pt x="241630" y="9136"/>
                </a:cubicBezTo>
                <a:cubicBezTo>
                  <a:pt x="245599" y="8977"/>
                  <a:pt x="294811" y="9295"/>
                  <a:pt x="298780" y="9136"/>
                </a:cubicBezTo>
                <a:cubicBezTo>
                  <a:pt x="302749" y="8977"/>
                  <a:pt x="312909" y="7073"/>
                  <a:pt x="301162" y="6755"/>
                </a:cubicBezTo>
                <a:cubicBezTo>
                  <a:pt x="289414" y="6437"/>
                  <a:pt x="140507" y="4374"/>
                  <a:pt x="122568" y="4374"/>
                </a:cubicBezTo>
                <a:cubicBezTo>
                  <a:pt x="104628" y="4374"/>
                  <a:pt x="38430" y="6596"/>
                  <a:pt x="32080" y="6755"/>
                </a:cubicBezTo>
                <a:cubicBezTo>
                  <a:pt x="25730" y="6913"/>
                  <a:pt x="27794" y="6595"/>
                  <a:pt x="27318" y="6755"/>
                </a:cubicBezTo>
                <a:cubicBezTo>
                  <a:pt x="26842" y="6914"/>
                  <a:pt x="25254" y="8977"/>
                  <a:pt x="24936" y="9136"/>
                </a:cubicBezTo>
                <a:cubicBezTo>
                  <a:pt x="24619" y="9295"/>
                  <a:pt x="22872" y="8977"/>
                  <a:pt x="22555" y="9136"/>
                </a:cubicBezTo>
                <a:cubicBezTo>
                  <a:pt x="22238" y="9295"/>
                  <a:pt x="20650" y="11200"/>
                  <a:pt x="20174" y="11517"/>
                </a:cubicBezTo>
                <a:cubicBezTo>
                  <a:pt x="19698" y="11835"/>
                  <a:pt x="14935" y="13740"/>
                  <a:pt x="15412" y="13899"/>
                </a:cubicBezTo>
                <a:cubicBezTo>
                  <a:pt x="15888" y="14057"/>
                  <a:pt x="26366" y="14057"/>
                  <a:pt x="27318" y="13899"/>
                </a:cubicBezTo>
                <a:cubicBezTo>
                  <a:pt x="28270" y="13740"/>
                  <a:pt x="29223" y="11835"/>
                  <a:pt x="29699" y="11517"/>
                </a:cubicBezTo>
                <a:cubicBezTo>
                  <a:pt x="30175" y="11200"/>
                  <a:pt x="33191" y="9454"/>
                  <a:pt x="34462" y="9136"/>
                </a:cubicBezTo>
                <a:cubicBezTo>
                  <a:pt x="35732" y="8818"/>
                  <a:pt x="46209" y="6914"/>
                  <a:pt x="48749" y="6755"/>
                </a:cubicBezTo>
                <a:cubicBezTo>
                  <a:pt x="51289" y="6595"/>
                  <a:pt x="70816" y="6913"/>
                  <a:pt x="72562" y="6755"/>
                </a:cubicBezTo>
                <a:cubicBezTo>
                  <a:pt x="74307" y="6596"/>
                  <a:pt x="73037" y="4533"/>
                  <a:pt x="74942" y="4374"/>
                </a:cubicBezTo>
                <a:cubicBezTo>
                  <a:pt x="76847" y="4215"/>
                  <a:pt x="99231" y="4533"/>
                  <a:pt x="101136" y="4374"/>
                </a:cubicBezTo>
                <a:cubicBezTo>
                  <a:pt x="103042" y="4215"/>
                  <a:pt x="96850" y="2310"/>
                  <a:pt x="103518" y="1993"/>
                </a:cubicBezTo>
                <a:cubicBezTo>
                  <a:pt x="110185" y="1675"/>
                  <a:pt x="190354" y="-388"/>
                  <a:pt x="201149" y="-388"/>
                </a:cubicBezTo>
                <a:cubicBezTo>
                  <a:pt x="211944" y="-388"/>
                  <a:pt x="261314" y="1516"/>
                  <a:pt x="265442" y="1993"/>
                </a:cubicBezTo>
                <a:cubicBezTo>
                  <a:pt x="269570" y="2469"/>
                  <a:pt x="263379" y="6278"/>
                  <a:pt x="263062" y="6755"/>
                </a:cubicBezTo>
                <a:cubicBezTo>
                  <a:pt x="262744" y="7231"/>
                  <a:pt x="261315" y="8818"/>
                  <a:pt x="260680" y="9136"/>
                </a:cubicBezTo>
                <a:cubicBezTo>
                  <a:pt x="260045" y="9454"/>
                  <a:pt x="254172" y="11359"/>
                  <a:pt x="253536" y="11517"/>
                </a:cubicBezTo>
                <a:cubicBezTo>
                  <a:pt x="252901" y="11676"/>
                  <a:pt x="251473" y="11359"/>
                  <a:pt x="251155" y="11517"/>
                </a:cubicBezTo>
                <a:cubicBezTo>
                  <a:pt x="250837" y="11676"/>
                  <a:pt x="249726" y="13581"/>
                  <a:pt x="248774" y="13899"/>
                </a:cubicBezTo>
                <a:cubicBezTo>
                  <a:pt x="247822" y="14216"/>
                  <a:pt x="238455" y="15963"/>
                  <a:pt x="236868" y="16280"/>
                </a:cubicBezTo>
                <a:cubicBezTo>
                  <a:pt x="235280" y="16597"/>
                  <a:pt x="227342" y="18344"/>
                  <a:pt x="224962" y="18661"/>
                </a:cubicBezTo>
                <a:cubicBezTo>
                  <a:pt x="222580" y="18979"/>
                  <a:pt x="214326" y="20884"/>
                  <a:pt x="201149" y="21043"/>
                </a:cubicBezTo>
                <a:cubicBezTo>
                  <a:pt x="187972" y="21201"/>
                  <a:pt x="38748" y="21201"/>
                  <a:pt x="27318" y="21043"/>
                </a:cubicBezTo>
                <a:cubicBezTo>
                  <a:pt x="15888" y="20884"/>
                  <a:pt x="29064" y="18820"/>
                  <a:pt x="29699" y="18661"/>
                </a:cubicBezTo>
                <a:cubicBezTo>
                  <a:pt x="30334" y="18503"/>
                  <a:pt x="36206" y="18820"/>
                  <a:pt x="36842" y="18661"/>
                </a:cubicBezTo>
                <a:cubicBezTo>
                  <a:pt x="37478" y="18503"/>
                  <a:pt x="37795" y="16439"/>
                  <a:pt x="39224" y="16280"/>
                </a:cubicBezTo>
                <a:cubicBezTo>
                  <a:pt x="40653" y="16121"/>
                  <a:pt x="56846" y="16439"/>
                  <a:pt x="58274" y="16280"/>
                </a:cubicBezTo>
                <a:cubicBezTo>
                  <a:pt x="59702" y="16121"/>
                  <a:pt x="58750" y="14057"/>
                  <a:pt x="60655" y="13899"/>
                </a:cubicBezTo>
                <a:cubicBezTo>
                  <a:pt x="62560" y="13740"/>
                  <a:pt x="84944" y="14057"/>
                  <a:pt x="86849" y="13899"/>
                </a:cubicBezTo>
                <a:cubicBezTo>
                  <a:pt x="88754" y="13740"/>
                  <a:pt x="77324" y="11517"/>
                  <a:pt x="89230" y="11517"/>
                </a:cubicBezTo>
                <a:cubicBezTo>
                  <a:pt x="101136" y="11517"/>
                  <a:pt x="256393" y="13740"/>
                  <a:pt x="265442" y="13899"/>
                </a:cubicBezTo>
                <a:cubicBezTo>
                  <a:pt x="274491" y="14057"/>
                  <a:pt x="227819" y="13740"/>
                  <a:pt x="224962" y="13899"/>
                </a:cubicBezTo>
                <a:cubicBezTo>
                  <a:pt x="222104" y="14057"/>
                  <a:pt x="233217" y="16121"/>
                  <a:pt x="222580" y="16280"/>
                </a:cubicBezTo>
                <a:cubicBezTo>
                  <a:pt x="211944" y="16439"/>
                  <a:pt x="75896" y="16280"/>
                  <a:pt x="65418" y="16280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0" name="TextBox 16"/>
          <p:cNvSpPr txBox="1"/>
          <p:nvPr/>
        </p:nvSpPr>
        <p:spPr>
          <a:xfrm>
            <a:off x="10896600" y="3622185"/>
            <a:ext cx="6096000" cy="330248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기어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단에서 가속을 더 했을 경우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RPM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임계값 초과 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LED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점등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53" name=""/>
          <p:cNvSpPr/>
          <p:nvPr/>
        </p:nvSpPr>
        <p:spPr>
          <a:xfrm>
            <a:off x="5438841" y="6701432"/>
            <a:ext cx="110632" cy="172167"/>
          </a:xfrm>
          <a:custGeom>
            <a:avLst/>
            <a:gdLst>
              <a:gd name="connsiteX0" fmla="*/ 28508 w 110632"/>
              <a:gd name="connsiteY0" fmla="*/ -388 h 172167"/>
              <a:gd name="connsiteX1" fmla="*/ 49940 w 110632"/>
              <a:gd name="connsiteY1" fmla="*/ -388 h 172167"/>
              <a:gd name="connsiteX2" fmla="*/ 52321 w 110632"/>
              <a:gd name="connsiteY2" fmla="*/ 1993 h 172167"/>
              <a:gd name="connsiteX3" fmla="*/ 107090 w 110632"/>
              <a:gd name="connsiteY3" fmla="*/ 4374 h 172167"/>
              <a:gd name="connsiteX4" fmla="*/ 109471 w 110632"/>
              <a:gd name="connsiteY4" fmla="*/ 9136 h 172167"/>
              <a:gd name="connsiteX5" fmla="*/ 107090 w 110632"/>
              <a:gd name="connsiteY5" fmla="*/ 54380 h 172167"/>
              <a:gd name="connsiteX6" fmla="*/ 104708 w 110632"/>
              <a:gd name="connsiteY6" fmla="*/ 56761 h 172167"/>
              <a:gd name="connsiteX7" fmla="*/ 102327 w 110632"/>
              <a:gd name="connsiteY7" fmla="*/ 63905 h 172167"/>
              <a:gd name="connsiteX8" fmla="*/ 102327 w 110632"/>
              <a:gd name="connsiteY8" fmla="*/ 68667 h 172167"/>
              <a:gd name="connsiteX9" fmla="*/ 99946 w 110632"/>
              <a:gd name="connsiteY9" fmla="*/ 71049 h 172167"/>
              <a:gd name="connsiteX10" fmla="*/ 97565 w 110632"/>
              <a:gd name="connsiteY10" fmla="*/ 73430 h 172167"/>
              <a:gd name="connsiteX11" fmla="*/ 95183 w 110632"/>
              <a:gd name="connsiteY11" fmla="*/ 75811 h 172167"/>
              <a:gd name="connsiteX12" fmla="*/ 92802 w 110632"/>
              <a:gd name="connsiteY12" fmla="*/ 80574 h 172167"/>
              <a:gd name="connsiteX13" fmla="*/ 90421 w 110632"/>
              <a:gd name="connsiteY13" fmla="*/ 82955 h 172167"/>
              <a:gd name="connsiteX14" fmla="*/ 88040 w 110632"/>
              <a:gd name="connsiteY14" fmla="*/ 85336 h 172167"/>
              <a:gd name="connsiteX15" fmla="*/ 49940 w 110632"/>
              <a:gd name="connsiteY15" fmla="*/ 82955 h 172167"/>
              <a:gd name="connsiteX16" fmla="*/ 23746 w 110632"/>
              <a:gd name="connsiteY16" fmla="*/ 80574 h 172167"/>
              <a:gd name="connsiteX17" fmla="*/ 16602 w 110632"/>
              <a:gd name="connsiteY17" fmla="*/ 78193 h 172167"/>
              <a:gd name="connsiteX18" fmla="*/ 102327 w 110632"/>
              <a:gd name="connsiteY18" fmla="*/ 80574 h 172167"/>
              <a:gd name="connsiteX19" fmla="*/ 102327 w 110632"/>
              <a:gd name="connsiteY19" fmla="*/ 87717 h 172167"/>
              <a:gd name="connsiteX20" fmla="*/ 99946 w 110632"/>
              <a:gd name="connsiteY20" fmla="*/ 90099 h 172167"/>
              <a:gd name="connsiteX21" fmla="*/ 97565 w 110632"/>
              <a:gd name="connsiteY21" fmla="*/ 94861 h 172167"/>
              <a:gd name="connsiteX22" fmla="*/ 95183 w 110632"/>
              <a:gd name="connsiteY22" fmla="*/ 97243 h 172167"/>
              <a:gd name="connsiteX23" fmla="*/ 92802 w 110632"/>
              <a:gd name="connsiteY23" fmla="*/ 109149 h 172167"/>
              <a:gd name="connsiteX24" fmla="*/ 90421 w 110632"/>
              <a:gd name="connsiteY24" fmla="*/ 140105 h 172167"/>
              <a:gd name="connsiteX25" fmla="*/ 88040 w 110632"/>
              <a:gd name="connsiteY25" fmla="*/ 149630 h 172167"/>
              <a:gd name="connsiteX26" fmla="*/ 85658 w 110632"/>
              <a:gd name="connsiteY26" fmla="*/ 171061 h 172167"/>
              <a:gd name="connsiteX27" fmla="*/ 78515 w 110632"/>
              <a:gd name="connsiteY27" fmla="*/ 168680 h 172167"/>
              <a:gd name="connsiteX28" fmla="*/ 68990 w 110632"/>
              <a:gd name="connsiteY28" fmla="*/ 166299 h 172167"/>
              <a:gd name="connsiteX29" fmla="*/ 14221 w 110632"/>
              <a:gd name="connsiteY29" fmla="*/ 166299 h 17216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0632" h="172167">
                <a:moveTo>
                  <a:pt x="28508" y="-388"/>
                </a:moveTo>
                <a:cubicBezTo>
                  <a:pt x="29937" y="-388"/>
                  <a:pt x="48352" y="-547"/>
                  <a:pt x="49940" y="-388"/>
                </a:cubicBezTo>
                <a:cubicBezTo>
                  <a:pt x="51527" y="-230"/>
                  <a:pt x="48511" y="1675"/>
                  <a:pt x="52321" y="1993"/>
                </a:cubicBezTo>
                <a:cubicBezTo>
                  <a:pt x="56130" y="2310"/>
                  <a:pt x="103280" y="3897"/>
                  <a:pt x="107090" y="4374"/>
                </a:cubicBezTo>
                <a:cubicBezTo>
                  <a:pt x="110899" y="4851"/>
                  <a:pt x="109471" y="5802"/>
                  <a:pt x="109471" y="9136"/>
                </a:cubicBezTo>
                <a:cubicBezTo>
                  <a:pt x="109471" y="12470"/>
                  <a:pt x="107407" y="51205"/>
                  <a:pt x="107090" y="54380"/>
                </a:cubicBezTo>
                <a:cubicBezTo>
                  <a:pt x="106772" y="57555"/>
                  <a:pt x="105026" y="56127"/>
                  <a:pt x="104708" y="56761"/>
                </a:cubicBezTo>
                <a:cubicBezTo>
                  <a:pt x="104391" y="57396"/>
                  <a:pt x="102486" y="63111"/>
                  <a:pt x="102327" y="63905"/>
                </a:cubicBezTo>
                <a:cubicBezTo>
                  <a:pt x="102168" y="64698"/>
                  <a:pt x="102486" y="68191"/>
                  <a:pt x="102327" y="68667"/>
                </a:cubicBezTo>
                <a:cubicBezTo>
                  <a:pt x="102168" y="69143"/>
                  <a:pt x="100263" y="70731"/>
                  <a:pt x="99946" y="71049"/>
                </a:cubicBezTo>
                <a:cubicBezTo>
                  <a:pt x="99628" y="71366"/>
                  <a:pt x="97883" y="73113"/>
                  <a:pt x="97565" y="73430"/>
                </a:cubicBezTo>
                <a:cubicBezTo>
                  <a:pt x="97248" y="73747"/>
                  <a:pt x="95501" y="75335"/>
                  <a:pt x="95183" y="75811"/>
                </a:cubicBezTo>
                <a:cubicBezTo>
                  <a:pt x="94866" y="76288"/>
                  <a:pt x="93119" y="80097"/>
                  <a:pt x="92802" y="80574"/>
                </a:cubicBezTo>
                <a:cubicBezTo>
                  <a:pt x="92484" y="81051"/>
                  <a:pt x="90738" y="82637"/>
                  <a:pt x="90421" y="82955"/>
                </a:cubicBezTo>
                <a:cubicBezTo>
                  <a:pt x="90103" y="83272"/>
                  <a:pt x="90738" y="85336"/>
                  <a:pt x="88040" y="85336"/>
                </a:cubicBezTo>
                <a:cubicBezTo>
                  <a:pt x="85341" y="85336"/>
                  <a:pt x="54226" y="83272"/>
                  <a:pt x="49940" y="82955"/>
                </a:cubicBezTo>
                <a:cubicBezTo>
                  <a:pt x="45653" y="82637"/>
                  <a:pt x="25968" y="80892"/>
                  <a:pt x="23746" y="80574"/>
                </a:cubicBezTo>
                <a:cubicBezTo>
                  <a:pt x="21523" y="80256"/>
                  <a:pt x="11363" y="78193"/>
                  <a:pt x="16602" y="78193"/>
                </a:cubicBezTo>
                <a:cubicBezTo>
                  <a:pt x="21840" y="78193"/>
                  <a:pt x="96612" y="79939"/>
                  <a:pt x="102327" y="80574"/>
                </a:cubicBezTo>
                <a:cubicBezTo>
                  <a:pt x="108042" y="81209"/>
                  <a:pt x="102486" y="87083"/>
                  <a:pt x="102327" y="87717"/>
                </a:cubicBezTo>
                <a:cubicBezTo>
                  <a:pt x="102168" y="88352"/>
                  <a:pt x="100263" y="89623"/>
                  <a:pt x="99946" y="90099"/>
                </a:cubicBezTo>
                <a:cubicBezTo>
                  <a:pt x="99628" y="90575"/>
                  <a:pt x="97883" y="94385"/>
                  <a:pt x="97565" y="94861"/>
                </a:cubicBezTo>
                <a:cubicBezTo>
                  <a:pt x="97248" y="95337"/>
                  <a:pt x="95501" y="96290"/>
                  <a:pt x="95183" y="97243"/>
                </a:cubicBezTo>
                <a:cubicBezTo>
                  <a:pt x="94866" y="98195"/>
                  <a:pt x="93119" y="106291"/>
                  <a:pt x="92802" y="109149"/>
                </a:cubicBezTo>
                <a:cubicBezTo>
                  <a:pt x="92484" y="112006"/>
                  <a:pt x="90738" y="137406"/>
                  <a:pt x="90421" y="140105"/>
                </a:cubicBezTo>
                <a:cubicBezTo>
                  <a:pt x="90103" y="142803"/>
                  <a:pt x="88357" y="147566"/>
                  <a:pt x="88040" y="149630"/>
                </a:cubicBezTo>
                <a:cubicBezTo>
                  <a:pt x="87722" y="151694"/>
                  <a:pt x="86293" y="169791"/>
                  <a:pt x="85658" y="171061"/>
                </a:cubicBezTo>
                <a:cubicBezTo>
                  <a:pt x="85023" y="172331"/>
                  <a:pt x="79627" y="168997"/>
                  <a:pt x="78515" y="168680"/>
                </a:cubicBezTo>
                <a:cubicBezTo>
                  <a:pt x="77404" y="168363"/>
                  <a:pt x="73276" y="166457"/>
                  <a:pt x="68990" y="166299"/>
                </a:cubicBezTo>
                <a:cubicBezTo>
                  <a:pt x="64703" y="166140"/>
                  <a:pt x="17872" y="166299"/>
                  <a:pt x="14221" y="166299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5" name=""/>
          <p:cNvSpPr/>
          <p:nvPr/>
        </p:nvSpPr>
        <p:spPr>
          <a:xfrm>
            <a:off x="3733800" y="6057900"/>
            <a:ext cx="381000" cy="3810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f9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3000"/>
            </a:blip>
            <a:stretch>
              <a:fillRect/>
            </a:stretch>
          </a:blip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 rot="0">
            <a:off x="876300" y="730372"/>
            <a:ext cx="16535400" cy="8826256"/>
            <a:chOff x="0" y="0"/>
            <a:chExt cx="4355002" cy="23246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algn="ctr">
                <a:lnSpc>
                  <a:spcPts val="2520"/>
                </a:lnSpc>
                <a:defRPr/>
              </a:pPr>
              <a:endParaRPr lang="ko-KR" altLang="en-US"/>
            </a:p>
          </p:txBody>
        </p:sp>
      </p:grpSp>
      <p:sp>
        <p:nvSpPr>
          <p:cNvPr id="6" name="AutoShape 6"/>
          <p:cNvSpPr/>
          <p:nvPr/>
        </p:nvSpPr>
        <p:spPr>
          <a:xfrm>
            <a:off x="1875196" y="3192092"/>
            <a:ext cx="14537608" cy="0"/>
          </a:xfrm>
          <a:prstGeom prst="line">
            <a:avLst/>
          </a:prstGeom>
          <a:ln w="9525" cap="flat">
            <a:solidFill>
              <a:srgbClr val="7f90d4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737975" y="3415930"/>
            <a:ext cx="9096284" cy="5708866"/>
          </a:xfrm>
          <a:custGeom>
            <a:avLst/>
            <a:gdLst/>
            <a:rect l="l" t="t" r="r" b="b"/>
            <a:pathLst>
              <a:path w="9096284" h="5708866">
                <a:moveTo>
                  <a:pt x="0" y="0"/>
                </a:moveTo>
                <a:lnTo>
                  <a:pt x="9096284" y="0"/>
                </a:lnTo>
                <a:lnTo>
                  <a:pt x="9096284" y="5708865"/>
                </a:lnTo>
                <a:lnTo>
                  <a:pt x="0" y="5708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2014804" y="1694012"/>
            <a:ext cx="2525890" cy="131588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</a:t>
            </a:r>
            <a:r>
              <a:rPr lang="en-US" altLang="ko-KR" sz="7399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3</a:t>
            </a:r>
            <a:endParaRPr lang="en-US" altLang="ko-KR" sz="7399">
              <a:solidFill>
                <a:srgbClr val="7f90d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411099" y="1694012"/>
            <a:ext cx="7637901" cy="131588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ko-KR" altLang="en-US" sz="739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가속 모듈 기능</a:t>
            </a:r>
            <a:endParaRPr lang="ko-KR" altLang="en-US" sz="7399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008608" y="2333432"/>
            <a:ext cx="5248366" cy="52406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26"/>
              </a:lnSpc>
              <a:spcBef>
                <a:spcPct val="0"/>
              </a:spcBef>
              <a:defRPr/>
            </a:pPr>
            <a:endParaRPr lang="en-US" sz="3019">
              <a:solidFill>
                <a:srgbClr val="54545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15" name=""/>
          <p:cNvSpPr/>
          <p:nvPr/>
        </p:nvSpPr>
        <p:spPr>
          <a:xfrm>
            <a:off x="4419600" y="6591300"/>
            <a:ext cx="1371600" cy="381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"/>
          <p:cNvSpPr/>
          <p:nvPr/>
        </p:nvSpPr>
        <p:spPr>
          <a:xfrm>
            <a:off x="4038600" y="6591300"/>
            <a:ext cx="304800" cy="381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"/>
          <p:cNvSpPr/>
          <p:nvPr/>
        </p:nvSpPr>
        <p:spPr>
          <a:xfrm>
            <a:off x="3657600" y="5905500"/>
            <a:ext cx="609600" cy="6096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"/>
          <p:cNvSpPr/>
          <p:nvPr/>
        </p:nvSpPr>
        <p:spPr>
          <a:xfrm>
            <a:off x="6705600" y="7048500"/>
            <a:ext cx="914400" cy="1143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"/>
          <p:cNvSpPr/>
          <p:nvPr/>
        </p:nvSpPr>
        <p:spPr>
          <a:xfrm>
            <a:off x="3429000" y="7048500"/>
            <a:ext cx="1066800" cy="1143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"/>
          <p:cNvSpPr/>
          <p:nvPr/>
        </p:nvSpPr>
        <p:spPr>
          <a:xfrm>
            <a:off x="5943600" y="7353300"/>
            <a:ext cx="457200" cy="381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" name=""/>
          <p:cNvSpPr/>
          <p:nvPr/>
        </p:nvSpPr>
        <p:spPr>
          <a:xfrm>
            <a:off x="5585218" y="6708576"/>
            <a:ext cx="108350" cy="169068"/>
          </a:xfrm>
          <a:custGeom>
            <a:avLst/>
            <a:gdLst>
              <a:gd name="connsiteX0" fmla="*/ 34531 w 108350"/>
              <a:gd name="connsiteY0" fmla="*/ 4373 h 169068"/>
              <a:gd name="connsiteX1" fmla="*/ 32150 w 108350"/>
              <a:gd name="connsiteY1" fmla="*/ 16280 h 169068"/>
              <a:gd name="connsiteX2" fmla="*/ 29769 w 108350"/>
              <a:gd name="connsiteY2" fmla="*/ 18661 h 169068"/>
              <a:gd name="connsiteX3" fmla="*/ 27387 w 108350"/>
              <a:gd name="connsiteY3" fmla="*/ 21042 h 169068"/>
              <a:gd name="connsiteX4" fmla="*/ 25007 w 108350"/>
              <a:gd name="connsiteY4" fmla="*/ 40092 h 169068"/>
              <a:gd name="connsiteX5" fmla="*/ 22625 w 108350"/>
              <a:gd name="connsiteY5" fmla="*/ 54380 h 169068"/>
              <a:gd name="connsiteX6" fmla="*/ 20244 w 108350"/>
              <a:gd name="connsiteY6" fmla="*/ 99623 h 169068"/>
              <a:gd name="connsiteX7" fmla="*/ 17863 w 108350"/>
              <a:gd name="connsiteY7" fmla="*/ 109149 h 169068"/>
              <a:gd name="connsiteX8" fmla="*/ 15481 w 108350"/>
              <a:gd name="connsiteY8" fmla="*/ 111530 h 169068"/>
              <a:gd name="connsiteX9" fmla="*/ 13100 w 108350"/>
              <a:gd name="connsiteY9" fmla="*/ 121055 h 169068"/>
              <a:gd name="connsiteX10" fmla="*/ 10719 w 108350"/>
              <a:gd name="connsiteY10" fmla="*/ 128199 h 169068"/>
              <a:gd name="connsiteX11" fmla="*/ 8337 w 108350"/>
              <a:gd name="connsiteY11" fmla="*/ 137723 h 169068"/>
              <a:gd name="connsiteX12" fmla="*/ 5956 w 108350"/>
              <a:gd name="connsiteY12" fmla="*/ 140105 h 169068"/>
              <a:gd name="connsiteX13" fmla="*/ 3575 w 108350"/>
              <a:gd name="connsiteY13" fmla="*/ 149630 h 169068"/>
              <a:gd name="connsiteX14" fmla="*/ 1194 w 108350"/>
              <a:gd name="connsiteY14" fmla="*/ 161536 h 169068"/>
              <a:gd name="connsiteX15" fmla="*/ 3575 w 108350"/>
              <a:gd name="connsiteY15" fmla="*/ 166299 h 169068"/>
              <a:gd name="connsiteX16" fmla="*/ 70250 w 108350"/>
              <a:gd name="connsiteY16" fmla="*/ 168680 h 169068"/>
              <a:gd name="connsiteX17" fmla="*/ 84537 w 108350"/>
              <a:gd name="connsiteY17" fmla="*/ 166299 h 169068"/>
              <a:gd name="connsiteX18" fmla="*/ 86919 w 108350"/>
              <a:gd name="connsiteY18" fmla="*/ 163917 h 169068"/>
              <a:gd name="connsiteX19" fmla="*/ 89300 w 108350"/>
              <a:gd name="connsiteY19" fmla="*/ 156773 h 169068"/>
              <a:gd name="connsiteX20" fmla="*/ 91681 w 108350"/>
              <a:gd name="connsiteY20" fmla="*/ 142486 h 169068"/>
              <a:gd name="connsiteX21" fmla="*/ 94063 w 108350"/>
              <a:gd name="connsiteY21" fmla="*/ 125817 h 169068"/>
              <a:gd name="connsiteX22" fmla="*/ 96444 w 108350"/>
              <a:gd name="connsiteY22" fmla="*/ 118673 h 169068"/>
              <a:gd name="connsiteX23" fmla="*/ 98825 w 108350"/>
              <a:gd name="connsiteY23" fmla="*/ 104386 h 169068"/>
              <a:gd name="connsiteX24" fmla="*/ 101207 w 108350"/>
              <a:gd name="connsiteY24" fmla="*/ 87717 h 169068"/>
              <a:gd name="connsiteX25" fmla="*/ 103587 w 108350"/>
              <a:gd name="connsiteY25" fmla="*/ 73430 h 169068"/>
              <a:gd name="connsiteX26" fmla="*/ 105969 w 108350"/>
              <a:gd name="connsiteY26" fmla="*/ 61523 h 169068"/>
              <a:gd name="connsiteX27" fmla="*/ 108350 w 108350"/>
              <a:gd name="connsiteY27" fmla="*/ 40092 h 169068"/>
              <a:gd name="connsiteX28" fmla="*/ 105969 w 108350"/>
              <a:gd name="connsiteY28" fmla="*/ 9136 h 169068"/>
              <a:gd name="connsiteX29" fmla="*/ 103587 w 108350"/>
              <a:gd name="connsiteY29" fmla="*/ 6755 h 169068"/>
              <a:gd name="connsiteX30" fmla="*/ 96444 w 108350"/>
              <a:gd name="connsiteY30" fmla="*/ 4373 h 169068"/>
              <a:gd name="connsiteX31" fmla="*/ 89300 w 108350"/>
              <a:gd name="connsiteY31" fmla="*/ 1992 h 169068"/>
              <a:gd name="connsiteX32" fmla="*/ 72631 w 108350"/>
              <a:gd name="connsiteY32" fmla="*/ -389 h 169068"/>
              <a:gd name="connsiteX33" fmla="*/ 34531 w 108350"/>
              <a:gd name="connsiteY33" fmla="*/ 4373 h 16906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08350" h="169068">
                <a:moveTo>
                  <a:pt x="34531" y="4373"/>
                </a:moveTo>
                <a:cubicBezTo>
                  <a:pt x="34373" y="5167"/>
                  <a:pt x="32467" y="15327"/>
                  <a:pt x="32150" y="16280"/>
                </a:cubicBezTo>
                <a:cubicBezTo>
                  <a:pt x="31833" y="17232"/>
                  <a:pt x="30086" y="18343"/>
                  <a:pt x="29769" y="18661"/>
                </a:cubicBezTo>
                <a:cubicBezTo>
                  <a:pt x="29451" y="18978"/>
                  <a:pt x="27705" y="19613"/>
                  <a:pt x="27387" y="21042"/>
                </a:cubicBezTo>
                <a:cubicBezTo>
                  <a:pt x="27070" y="22471"/>
                  <a:pt x="25325" y="37870"/>
                  <a:pt x="25007" y="40092"/>
                </a:cubicBezTo>
                <a:cubicBezTo>
                  <a:pt x="24689" y="42315"/>
                  <a:pt x="22943" y="50411"/>
                  <a:pt x="22625" y="54380"/>
                </a:cubicBezTo>
                <a:cubicBezTo>
                  <a:pt x="22307" y="58348"/>
                  <a:pt x="20561" y="95972"/>
                  <a:pt x="20244" y="99623"/>
                </a:cubicBezTo>
                <a:cubicBezTo>
                  <a:pt x="19927" y="103275"/>
                  <a:pt x="18180" y="108354"/>
                  <a:pt x="17863" y="109149"/>
                </a:cubicBezTo>
                <a:cubicBezTo>
                  <a:pt x="17545" y="109943"/>
                  <a:pt x="15799" y="110736"/>
                  <a:pt x="15481" y="111530"/>
                </a:cubicBezTo>
                <a:cubicBezTo>
                  <a:pt x="15164" y="112323"/>
                  <a:pt x="13417" y="119944"/>
                  <a:pt x="13100" y="121055"/>
                </a:cubicBezTo>
                <a:cubicBezTo>
                  <a:pt x="12783" y="122166"/>
                  <a:pt x="11036" y="127087"/>
                  <a:pt x="10719" y="128199"/>
                </a:cubicBezTo>
                <a:cubicBezTo>
                  <a:pt x="10401" y="129309"/>
                  <a:pt x="8655" y="136930"/>
                  <a:pt x="8337" y="137723"/>
                </a:cubicBezTo>
                <a:cubicBezTo>
                  <a:pt x="8020" y="138517"/>
                  <a:pt x="6274" y="139311"/>
                  <a:pt x="5956" y="140105"/>
                </a:cubicBezTo>
                <a:cubicBezTo>
                  <a:pt x="5638" y="140899"/>
                  <a:pt x="3893" y="148201"/>
                  <a:pt x="3575" y="149630"/>
                </a:cubicBezTo>
                <a:cubicBezTo>
                  <a:pt x="3256" y="151059"/>
                  <a:pt x="1194" y="160425"/>
                  <a:pt x="1194" y="161536"/>
                </a:cubicBezTo>
                <a:cubicBezTo>
                  <a:pt x="1194" y="162647"/>
                  <a:pt x="-1029" y="165822"/>
                  <a:pt x="3575" y="166299"/>
                </a:cubicBezTo>
                <a:cubicBezTo>
                  <a:pt x="8178" y="166775"/>
                  <a:pt x="64852" y="168680"/>
                  <a:pt x="70250" y="168680"/>
                </a:cubicBezTo>
                <a:cubicBezTo>
                  <a:pt x="75648" y="168680"/>
                  <a:pt x="83426" y="166616"/>
                  <a:pt x="84537" y="166299"/>
                </a:cubicBezTo>
                <a:cubicBezTo>
                  <a:pt x="85649" y="165981"/>
                  <a:pt x="86601" y="164552"/>
                  <a:pt x="86919" y="163917"/>
                </a:cubicBezTo>
                <a:cubicBezTo>
                  <a:pt x="87236" y="163283"/>
                  <a:pt x="88983" y="158202"/>
                  <a:pt x="89300" y="156773"/>
                </a:cubicBezTo>
                <a:cubicBezTo>
                  <a:pt x="89617" y="155345"/>
                  <a:pt x="91364" y="144550"/>
                  <a:pt x="91681" y="142486"/>
                </a:cubicBezTo>
                <a:cubicBezTo>
                  <a:pt x="91999" y="140422"/>
                  <a:pt x="93745" y="127405"/>
                  <a:pt x="94063" y="125817"/>
                </a:cubicBezTo>
                <a:cubicBezTo>
                  <a:pt x="94380" y="124229"/>
                  <a:pt x="96127" y="120103"/>
                  <a:pt x="96444" y="118673"/>
                </a:cubicBezTo>
                <a:cubicBezTo>
                  <a:pt x="96761" y="117245"/>
                  <a:pt x="98507" y="106450"/>
                  <a:pt x="98825" y="104386"/>
                </a:cubicBezTo>
                <a:cubicBezTo>
                  <a:pt x="99143" y="102322"/>
                  <a:pt x="100889" y="89781"/>
                  <a:pt x="101207" y="87717"/>
                </a:cubicBezTo>
                <a:cubicBezTo>
                  <a:pt x="101525" y="85654"/>
                  <a:pt x="103270" y="75176"/>
                  <a:pt x="103587" y="73430"/>
                </a:cubicBezTo>
                <a:cubicBezTo>
                  <a:pt x="103905" y="71683"/>
                  <a:pt x="105651" y="63746"/>
                  <a:pt x="105969" y="61523"/>
                </a:cubicBezTo>
                <a:cubicBezTo>
                  <a:pt x="106286" y="59301"/>
                  <a:pt x="108350" y="43585"/>
                  <a:pt x="108350" y="40092"/>
                </a:cubicBezTo>
                <a:cubicBezTo>
                  <a:pt x="108350" y="36600"/>
                  <a:pt x="106286" y="11359"/>
                  <a:pt x="105969" y="9136"/>
                </a:cubicBezTo>
                <a:cubicBezTo>
                  <a:pt x="105651" y="6913"/>
                  <a:pt x="104223" y="7072"/>
                  <a:pt x="103587" y="6755"/>
                </a:cubicBezTo>
                <a:cubicBezTo>
                  <a:pt x="102953" y="6437"/>
                  <a:pt x="97396" y="4691"/>
                  <a:pt x="96444" y="4373"/>
                </a:cubicBezTo>
                <a:cubicBezTo>
                  <a:pt x="95491" y="4056"/>
                  <a:pt x="90888" y="2310"/>
                  <a:pt x="89300" y="1992"/>
                </a:cubicBezTo>
                <a:cubicBezTo>
                  <a:pt x="87713" y="1674"/>
                  <a:pt x="76759" y="-230"/>
                  <a:pt x="72631" y="-389"/>
                </a:cubicBezTo>
                <a:cubicBezTo>
                  <a:pt x="68504" y="-548"/>
                  <a:pt x="30404" y="-389"/>
                  <a:pt x="34531" y="4373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9" name=""/>
          <p:cNvSpPr/>
          <p:nvPr/>
        </p:nvSpPr>
        <p:spPr>
          <a:xfrm>
            <a:off x="7403901" y="8010918"/>
            <a:ext cx="125752" cy="100214"/>
          </a:xfrm>
          <a:custGeom>
            <a:avLst/>
            <a:gdLst>
              <a:gd name="connsiteX0" fmla="*/ 21268 w 125752"/>
              <a:gd name="connsiteY0" fmla="*/ 13018 h 100214"/>
              <a:gd name="connsiteX1" fmla="*/ -379 w 125752"/>
              <a:gd name="connsiteY1" fmla="*/ 17347 h 100214"/>
              <a:gd name="connsiteX2" fmla="*/ 3951 w 125752"/>
              <a:gd name="connsiteY2" fmla="*/ 56313 h 100214"/>
              <a:gd name="connsiteX3" fmla="*/ 8280 w 125752"/>
              <a:gd name="connsiteY3" fmla="*/ 69302 h 100214"/>
              <a:gd name="connsiteX4" fmla="*/ 12610 w 125752"/>
              <a:gd name="connsiteY4" fmla="*/ 77961 h 100214"/>
              <a:gd name="connsiteX5" fmla="*/ 16940 w 125752"/>
              <a:gd name="connsiteY5" fmla="*/ 82290 h 100214"/>
              <a:gd name="connsiteX6" fmla="*/ 21268 w 125752"/>
              <a:gd name="connsiteY6" fmla="*/ 86619 h 100214"/>
              <a:gd name="connsiteX7" fmla="*/ 25598 w 125752"/>
              <a:gd name="connsiteY7" fmla="*/ 90949 h 100214"/>
              <a:gd name="connsiteX8" fmla="*/ 29928 w 125752"/>
              <a:gd name="connsiteY8" fmla="*/ 95279 h 100214"/>
              <a:gd name="connsiteX9" fmla="*/ 42916 w 125752"/>
              <a:gd name="connsiteY9" fmla="*/ 90949 h 100214"/>
              <a:gd name="connsiteX10" fmla="*/ 47246 w 125752"/>
              <a:gd name="connsiteY10" fmla="*/ 86619 h 100214"/>
              <a:gd name="connsiteX11" fmla="*/ 51576 w 125752"/>
              <a:gd name="connsiteY11" fmla="*/ 77961 h 100214"/>
              <a:gd name="connsiteX12" fmla="*/ 55904 w 125752"/>
              <a:gd name="connsiteY12" fmla="*/ 56313 h 100214"/>
              <a:gd name="connsiteX13" fmla="*/ 51576 w 125752"/>
              <a:gd name="connsiteY13" fmla="*/ 17347 h 100214"/>
              <a:gd name="connsiteX14" fmla="*/ 42916 w 125752"/>
              <a:gd name="connsiteY14" fmla="*/ 21677 h 100214"/>
              <a:gd name="connsiteX15" fmla="*/ 38587 w 125752"/>
              <a:gd name="connsiteY15" fmla="*/ 26007 h 100214"/>
              <a:gd name="connsiteX16" fmla="*/ 38587 w 125752"/>
              <a:gd name="connsiteY16" fmla="*/ 30336 h 100214"/>
              <a:gd name="connsiteX17" fmla="*/ 34257 w 125752"/>
              <a:gd name="connsiteY17" fmla="*/ 34665 h 100214"/>
              <a:gd name="connsiteX18" fmla="*/ 38587 w 125752"/>
              <a:gd name="connsiteY18" fmla="*/ 90949 h 100214"/>
              <a:gd name="connsiteX19" fmla="*/ 42916 w 125752"/>
              <a:gd name="connsiteY19" fmla="*/ 95279 h 100214"/>
              <a:gd name="connsiteX20" fmla="*/ 47246 w 125752"/>
              <a:gd name="connsiteY20" fmla="*/ 99609 h 100214"/>
              <a:gd name="connsiteX21" fmla="*/ 94871 w 125752"/>
              <a:gd name="connsiteY21" fmla="*/ 99609 h 100214"/>
              <a:gd name="connsiteX22" fmla="*/ 99201 w 125752"/>
              <a:gd name="connsiteY22" fmla="*/ 95279 h 100214"/>
              <a:gd name="connsiteX23" fmla="*/ 103530 w 125752"/>
              <a:gd name="connsiteY23" fmla="*/ 90949 h 100214"/>
              <a:gd name="connsiteX24" fmla="*/ 112190 w 125752"/>
              <a:gd name="connsiteY24" fmla="*/ 86619 h 100214"/>
              <a:gd name="connsiteX25" fmla="*/ 116518 w 125752"/>
              <a:gd name="connsiteY25" fmla="*/ 82290 h 100214"/>
              <a:gd name="connsiteX26" fmla="*/ 120848 w 125752"/>
              <a:gd name="connsiteY26" fmla="*/ 77961 h 100214"/>
              <a:gd name="connsiteX27" fmla="*/ 125178 w 125752"/>
              <a:gd name="connsiteY27" fmla="*/ 73631 h 100214"/>
              <a:gd name="connsiteX28" fmla="*/ 120848 w 125752"/>
              <a:gd name="connsiteY28" fmla="*/ 34665 h 100214"/>
              <a:gd name="connsiteX29" fmla="*/ 116518 w 125752"/>
              <a:gd name="connsiteY29" fmla="*/ 30336 h 100214"/>
              <a:gd name="connsiteX30" fmla="*/ 107860 w 125752"/>
              <a:gd name="connsiteY30" fmla="*/ 26007 h 100214"/>
              <a:gd name="connsiteX31" fmla="*/ 99201 w 125752"/>
              <a:gd name="connsiteY31" fmla="*/ 21677 h 100214"/>
              <a:gd name="connsiteX32" fmla="*/ 68894 w 125752"/>
              <a:gd name="connsiteY32" fmla="*/ 26007 h 100214"/>
              <a:gd name="connsiteX33" fmla="*/ 64564 w 125752"/>
              <a:gd name="connsiteY33" fmla="*/ 30336 h 100214"/>
              <a:gd name="connsiteX34" fmla="*/ 60234 w 125752"/>
              <a:gd name="connsiteY34" fmla="*/ 34665 h 100214"/>
              <a:gd name="connsiteX35" fmla="*/ 55904 w 125752"/>
              <a:gd name="connsiteY35" fmla="*/ 38995 h 100214"/>
              <a:gd name="connsiteX36" fmla="*/ 55904 w 125752"/>
              <a:gd name="connsiteY36" fmla="*/ 69302 h 100214"/>
              <a:gd name="connsiteX37" fmla="*/ 60234 w 125752"/>
              <a:gd name="connsiteY37" fmla="*/ 73631 h 100214"/>
              <a:gd name="connsiteX38" fmla="*/ 64564 w 125752"/>
              <a:gd name="connsiteY38" fmla="*/ 77961 h 100214"/>
              <a:gd name="connsiteX39" fmla="*/ 68894 w 125752"/>
              <a:gd name="connsiteY39" fmla="*/ 82290 h 100214"/>
              <a:gd name="connsiteX40" fmla="*/ 81882 w 125752"/>
              <a:gd name="connsiteY40" fmla="*/ 77961 h 100214"/>
              <a:gd name="connsiteX41" fmla="*/ 90542 w 125752"/>
              <a:gd name="connsiteY41" fmla="*/ 73631 h 100214"/>
              <a:gd name="connsiteX42" fmla="*/ 94871 w 125752"/>
              <a:gd name="connsiteY42" fmla="*/ 73631 h 100214"/>
              <a:gd name="connsiteX43" fmla="*/ 99201 w 125752"/>
              <a:gd name="connsiteY43" fmla="*/ 69302 h 100214"/>
              <a:gd name="connsiteX44" fmla="*/ 103530 w 125752"/>
              <a:gd name="connsiteY44" fmla="*/ 64972 h 100214"/>
              <a:gd name="connsiteX45" fmla="*/ 107860 w 125752"/>
              <a:gd name="connsiteY45" fmla="*/ 60643 h 100214"/>
              <a:gd name="connsiteX46" fmla="*/ 112190 w 125752"/>
              <a:gd name="connsiteY46" fmla="*/ 56313 h 100214"/>
              <a:gd name="connsiteX47" fmla="*/ 112190 w 125752"/>
              <a:gd name="connsiteY47" fmla="*/ 30336 h 100214"/>
              <a:gd name="connsiteX48" fmla="*/ 107860 w 125752"/>
              <a:gd name="connsiteY48" fmla="*/ 26007 h 100214"/>
              <a:gd name="connsiteX49" fmla="*/ 103530 w 125752"/>
              <a:gd name="connsiteY49" fmla="*/ 21677 h 100214"/>
              <a:gd name="connsiteX50" fmla="*/ 99201 w 125752"/>
              <a:gd name="connsiteY50" fmla="*/ 17347 h 100214"/>
              <a:gd name="connsiteX51" fmla="*/ 81882 w 125752"/>
              <a:gd name="connsiteY51" fmla="*/ 13018 h 100214"/>
              <a:gd name="connsiteX52" fmla="*/ 51576 w 125752"/>
              <a:gd name="connsiteY52" fmla="*/ 17347 h 100214"/>
              <a:gd name="connsiteX53" fmla="*/ 47246 w 125752"/>
              <a:gd name="connsiteY53" fmla="*/ 21677 h 100214"/>
              <a:gd name="connsiteX54" fmla="*/ 51576 w 125752"/>
              <a:gd name="connsiteY54" fmla="*/ 73631 h 100214"/>
              <a:gd name="connsiteX55" fmla="*/ 55904 w 125752"/>
              <a:gd name="connsiteY55" fmla="*/ 77961 h 100214"/>
              <a:gd name="connsiteX56" fmla="*/ 60234 w 125752"/>
              <a:gd name="connsiteY56" fmla="*/ 82290 h 100214"/>
              <a:gd name="connsiteX57" fmla="*/ 64564 w 125752"/>
              <a:gd name="connsiteY57" fmla="*/ 77961 h 100214"/>
              <a:gd name="connsiteX58" fmla="*/ 68894 w 125752"/>
              <a:gd name="connsiteY58" fmla="*/ 73631 h 100214"/>
              <a:gd name="connsiteX59" fmla="*/ 64564 w 125752"/>
              <a:gd name="connsiteY59" fmla="*/ 34665 h 100214"/>
              <a:gd name="connsiteX60" fmla="*/ 60234 w 125752"/>
              <a:gd name="connsiteY60" fmla="*/ 30336 h 100214"/>
              <a:gd name="connsiteX61" fmla="*/ 55904 w 125752"/>
              <a:gd name="connsiteY61" fmla="*/ 26007 h 100214"/>
              <a:gd name="connsiteX62" fmla="*/ 51576 w 125752"/>
              <a:gd name="connsiteY62" fmla="*/ 21677 h 100214"/>
              <a:gd name="connsiteX63" fmla="*/ 47246 w 125752"/>
              <a:gd name="connsiteY63" fmla="*/ 17347 h 100214"/>
              <a:gd name="connsiteX64" fmla="*/ 38587 w 125752"/>
              <a:gd name="connsiteY64" fmla="*/ 13018 h 100214"/>
              <a:gd name="connsiteX65" fmla="*/ 12610 w 125752"/>
              <a:gd name="connsiteY65" fmla="*/ 17347 h 100214"/>
              <a:gd name="connsiteX66" fmla="*/ 12610 w 125752"/>
              <a:gd name="connsiteY66" fmla="*/ 60643 h 100214"/>
              <a:gd name="connsiteX67" fmla="*/ 16940 w 125752"/>
              <a:gd name="connsiteY67" fmla="*/ 64972 h 100214"/>
              <a:gd name="connsiteX68" fmla="*/ 21268 w 125752"/>
              <a:gd name="connsiteY68" fmla="*/ 69302 h 100214"/>
              <a:gd name="connsiteX69" fmla="*/ 25598 w 125752"/>
              <a:gd name="connsiteY69" fmla="*/ 73631 h 100214"/>
              <a:gd name="connsiteX70" fmla="*/ 29928 w 125752"/>
              <a:gd name="connsiteY70" fmla="*/ 77961 h 100214"/>
              <a:gd name="connsiteX71" fmla="*/ 34257 w 125752"/>
              <a:gd name="connsiteY71" fmla="*/ 82290 h 100214"/>
              <a:gd name="connsiteX72" fmla="*/ 42916 w 125752"/>
              <a:gd name="connsiteY72" fmla="*/ 86619 h 100214"/>
              <a:gd name="connsiteX73" fmla="*/ 68894 w 125752"/>
              <a:gd name="connsiteY73" fmla="*/ 82290 h 100214"/>
              <a:gd name="connsiteX74" fmla="*/ 73224 w 125752"/>
              <a:gd name="connsiteY74" fmla="*/ 77961 h 100214"/>
              <a:gd name="connsiteX75" fmla="*/ 77553 w 125752"/>
              <a:gd name="connsiteY75" fmla="*/ 77961 h 100214"/>
              <a:gd name="connsiteX76" fmla="*/ 81882 w 125752"/>
              <a:gd name="connsiteY76" fmla="*/ 73631 h 100214"/>
              <a:gd name="connsiteX77" fmla="*/ 86212 w 125752"/>
              <a:gd name="connsiteY77" fmla="*/ 69302 h 100214"/>
              <a:gd name="connsiteX78" fmla="*/ 86212 w 125752"/>
              <a:gd name="connsiteY78" fmla="*/ 64972 h 100214"/>
              <a:gd name="connsiteX79" fmla="*/ 90542 w 125752"/>
              <a:gd name="connsiteY79" fmla="*/ 60643 h 100214"/>
              <a:gd name="connsiteX80" fmla="*/ 94871 w 125752"/>
              <a:gd name="connsiteY80" fmla="*/ 56313 h 100214"/>
              <a:gd name="connsiteX81" fmla="*/ 90542 w 125752"/>
              <a:gd name="connsiteY81" fmla="*/ 21677 h 100214"/>
              <a:gd name="connsiteX82" fmla="*/ 90542 w 125752"/>
              <a:gd name="connsiteY82" fmla="*/ 17347 h 100214"/>
              <a:gd name="connsiteX83" fmla="*/ 86212 w 125752"/>
              <a:gd name="connsiteY83" fmla="*/ 13018 h 100214"/>
              <a:gd name="connsiteX84" fmla="*/ 81882 w 125752"/>
              <a:gd name="connsiteY84" fmla="*/ 8689 h 100214"/>
              <a:gd name="connsiteX85" fmla="*/ 73224 w 125752"/>
              <a:gd name="connsiteY85" fmla="*/ 4359 h 100214"/>
              <a:gd name="connsiteX86" fmla="*/ 51576 w 125752"/>
              <a:gd name="connsiteY86" fmla="*/ 8689 h 100214"/>
              <a:gd name="connsiteX87" fmla="*/ 42916 w 125752"/>
              <a:gd name="connsiteY87" fmla="*/ 8689 h 100214"/>
              <a:gd name="connsiteX88" fmla="*/ 38587 w 125752"/>
              <a:gd name="connsiteY88" fmla="*/ 13018 h 100214"/>
              <a:gd name="connsiteX89" fmla="*/ 34257 w 125752"/>
              <a:gd name="connsiteY89" fmla="*/ 17347 h 100214"/>
              <a:gd name="connsiteX90" fmla="*/ 29928 w 125752"/>
              <a:gd name="connsiteY90" fmla="*/ 21677 h 100214"/>
              <a:gd name="connsiteX91" fmla="*/ 25598 w 125752"/>
              <a:gd name="connsiteY91" fmla="*/ 30336 h 100214"/>
              <a:gd name="connsiteX92" fmla="*/ 21268 w 125752"/>
              <a:gd name="connsiteY92" fmla="*/ 51983 h 100214"/>
              <a:gd name="connsiteX93" fmla="*/ 21268 w 125752"/>
              <a:gd name="connsiteY93" fmla="*/ 73631 h 100214"/>
              <a:gd name="connsiteX94" fmla="*/ 25598 w 125752"/>
              <a:gd name="connsiteY94" fmla="*/ 77961 h 100214"/>
              <a:gd name="connsiteX95" fmla="*/ 29928 w 125752"/>
              <a:gd name="connsiteY95" fmla="*/ 82290 h 100214"/>
              <a:gd name="connsiteX96" fmla="*/ 34257 w 125752"/>
              <a:gd name="connsiteY96" fmla="*/ 86619 h 100214"/>
              <a:gd name="connsiteX97" fmla="*/ 38587 w 125752"/>
              <a:gd name="connsiteY97" fmla="*/ 90949 h 100214"/>
              <a:gd name="connsiteX98" fmla="*/ 47246 w 125752"/>
              <a:gd name="connsiteY98" fmla="*/ 95279 h 100214"/>
              <a:gd name="connsiteX99" fmla="*/ 86212 w 125752"/>
              <a:gd name="connsiteY99" fmla="*/ 90949 h 100214"/>
              <a:gd name="connsiteX100" fmla="*/ 90542 w 125752"/>
              <a:gd name="connsiteY100" fmla="*/ 86619 h 100214"/>
              <a:gd name="connsiteX101" fmla="*/ 94871 w 125752"/>
              <a:gd name="connsiteY101" fmla="*/ 77961 h 100214"/>
              <a:gd name="connsiteX102" fmla="*/ 90542 w 125752"/>
              <a:gd name="connsiteY102" fmla="*/ 47654 h 100214"/>
              <a:gd name="connsiteX103" fmla="*/ 86212 w 125752"/>
              <a:gd name="connsiteY103" fmla="*/ 30336 h 100214"/>
              <a:gd name="connsiteX104" fmla="*/ 81882 w 125752"/>
              <a:gd name="connsiteY104" fmla="*/ 17347 h 100214"/>
              <a:gd name="connsiteX105" fmla="*/ 77553 w 125752"/>
              <a:gd name="connsiteY105" fmla="*/ 13018 h 100214"/>
              <a:gd name="connsiteX106" fmla="*/ 73224 w 125752"/>
              <a:gd name="connsiteY106" fmla="*/ 8689 h 100214"/>
              <a:gd name="connsiteX107" fmla="*/ 68894 w 125752"/>
              <a:gd name="connsiteY107" fmla="*/ 4359 h 100214"/>
              <a:gd name="connsiteX108" fmla="*/ 64564 w 125752"/>
              <a:gd name="connsiteY108" fmla="*/ 29 h 100214"/>
              <a:gd name="connsiteX109" fmla="*/ 38587 w 125752"/>
              <a:gd name="connsiteY109" fmla="*/ 4359 h 100214"/>
              <a:gd name="connsiteX110" fmla="*/ 34257 w 125752"/>
              <a:gd name="connsiteY110" fmla="*/ 8689 h 100214"/>
              <a:gd name="connsiteX111" fmla="*/ 29928 w 125752"/>
              <a:gd name="connsiteY111" fmla="*/ 13018 h 100214"/>
              <a:gd name="connsiteX112" fmla="*/ 25598 w 125752"/>
              <a:gd name="connsiteY112" fmla="*/ 17347 h 100214"/>
              <a:gd name="connsiteX113" fmla="*/ 21268 w 125752"/>
              <a:gd name="connsiteY113" fmla="*/ 43325 h 100214"/>
              <a:gd name="connsiteX114" fmla="*/ 21268 w 125752"/>
              <a:gd name="connsiteY114" fmla="*/ 69302 h 100214"/>
              <a:gd name="connsiteX115" fmla="*/ 25598 w 125752"/>
              <a:gd name="connsiteY115" fmla="*/ 73631 h 100214"/>
              <a:gd name="connsiteX116" fmla="*/ 29928 w 125752"/>
              <a:gd name="connsiteY116" fmla="*/ 82290 h 100214"/>
              <a:gd name="connsiteX117" fmla="*/ 34257 w 125752"/>
              <a:gd name="connsiteY117" fmla="*/ 86619 h 100214"/>
              <a:gd name="connsiteX118" fmla="*/ 38587 w 125752"/>
              <a:gd name="connsiteY118" fmla="*/ 90949 h 100214"/>
              <a:gd name="connsiteX119" fmla="*/ 81882 w 125752"/>
              <a:gd name="connsiteY119" fmla="*/ 90949 h 100214"/>
              <a:gd name="connsiteX120" fmla="*/ 86212 w 125752"/>
              <a:gd name="connsiteY120" fmla="*/ 86619 h 100214"/>
              <a:gd name="connsiteX121" fmla="*/ 90542 w 125752"/>
              <a:gd name="connsiteY121" fmla="*/ 82290 h 100214"/>
              <a:gd name="connsiteX122" fmla="*/ 94871 w 125752"/>
              <a:gd name="connsiteY122" fmla="*/ 77961 h 100214"/>
              <a:gd name="connsiteX123" fmla="*/ 99201 w 125752"/>
              <a:gd name="connsiteY123" fmla="*/ 64972 h 100214"/>
              <a:gd name="connsiteX124" fmla="*/ 94871 w 125752"/>
              <a:gd name="connsiteY124" fmla="*/ 38995 h 100214"/>
              <a:gd name="connsiteX125" fmla="*/ 90542 w 125752"/>
              <a:gd name="connsiteY125" fmla="*/ 34665 h 100214"/>
              <a:gd name="connsiteX126" fmla="*/ 86212 w 125752"/>
              <a:gd name="connsiteY126" fmla="*/ 30336 h 100214"/>
              <a:gd name="connsiteX127" fmla="*/ 81882 w 125752"/>
              <a:gd name="connsiteY127" fmla="*/ 21677 h 100214"/>
              <a:gd name="connsiteX128" fmla="*/ 77553 w 125752"/>
              <a:gd name="connsiteY128" fmla="*/ 17347 h 100214"/>
              <a:gd name="connsiteX129" fmla="*/ 73224 w 125752"/>
              <a:gd name="connsiteY129" fmla="*/ 13018 h 100214"/>
              <a:gd name="connsiteX130" fmla="*/ 68894 w 125752"/>
              <a:gd name="connsiteY130" fmla="*/ 8689 h 100214"/>
              <a:gd name="connsiteX131" fmla="*/ 64564 w 125752"/>
              <a:gd name="connsiteY131" fmla="*/ 4359 h 100214"/>
              <a:gd name="connsiteX132" fmla="*/ 47246 w 125752"/>
              <a:gd name="connsiteY132" fmla="*/ 4359 h 10021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125752" h="100214">
                <a:moveTo>
                  <a:pt x="21268" y="13018"/>
                </a:moveTo>
                <a:cubicBezTo>
                  <a:pt x="19825" y="13307"/>
                  <a:pt x="776" y="14461"/>
                  <a:pt x="-379" y="17347"/>
                </a:cubicBezTo>
                <a:cubicBezTo>
                  <a:pt x="-1533" y="20233"/>
                  <a:pt x="3374" y="52849"/>
                  <a:pt x="3951" y="56313"/>
                </a:cubicBezTo>
                <a:cubicBezTo>
                  <a:pt x="4528" y="59777"/>
                  <a:pt x="7702" y="67859"/>
                  <a:pt x="8280" y="69302"/>
                </a:cubicBezTo>
                <a:cubicBezTo>
                  <a:pt x="8857" y="70745"/>
                  <a:pt x="12032" y="77095"/>
                  <a:pt x="12610" y="77961"/>
                </a:cubicBezTo>
                <a:cubicBezTo>
                  <a:pt x="13187" y="78827"/>
                  <a:pt x="16363" y="81713"/>
                  <a:pt x="16940" y="82290"/>
                </a:cubicBezTo>
                <a:cubicBezTo>
                  <a:pt x="17516" y="82867"/>
                  <a:pt x="20691" y="86042"/>
                  <a:pt x="21268" y="86619"/>
                </a:cubicBezTo>
                <a:cubicBezTo>
                  <a:pt x="21846" y="87197"/>
                  <a:pt x="25022" y="90372"/>
                  <a:pt x="25598" y="90949"/>
                </a:cubicBezTo>
                <a:cubicBezTo>
                  <a:pt x="26175" y="91527"/>
                  <a:pt x="28773" y="95279"/>
                  <a:pt x="29928" y="95279"/>
                </a:cubicBezTo>
                <a:cubicBezTo>
                  <a:pt x="31082" y="95279"/>
                  <a:pt x="41762" y="91527"/>
                  <a:pt x="42916" y="90949"/>
                </a:cubicBezTo>
                <a:cubicBezTo>
                  <a:pt x="44070" y="90372"/>
                  <a:pt x="46668" y="87485"/>
                  <a:pt x="47246" y="86619"/>
                </a:cubicBezTo>
                <a:cubicBezTo>
                  <a:pt x="47823" y="85753"/>
                  <a:pt x="50998" y="79981"/>
                  <a:pt x="51576" y="77961"/>
                </a:cubicBezTo>
                <a:cubicBezTo>
                  <a:pt x="52153" y="75941"/>
                  <a:pt x="55904" y="60355"/>
                  <a:pt x="55904" y="56313"/>
                </a:cubicBezTo>
                <a:cubicBezTo>
                  <a:pt x="55904" y="52272"/>
                  <a:pt x="52442" y="19656"/>
                  <a:pt x="51576" y="17347"/>
                </a:cubicBezTo>
                <a:cubicBezTo>
                  <a:pt x="50710" y="15038"/>
                  <a:pt x="43782" y="21100"/>
                  <a:pt x="42916" y="21677"/>
                </a:cubicBezTo>
                <a:cubicBezTo>
                  <a:pt x="42051" y="22255"/>
                  <a:pt x="38876" y="25429"/>
                  <a:pt x="38587" y="26007"/>
                </a:cubicBezTo>
                <a:cubicBezTo>
                  <a:pt x="38299" y="26584"/>
                  <a:pt x="38876" y="29759"/>
                  <a:pt x="38587" y="30336"/>
                </a:cubicBezTo>
                <a:cubicBezTo>
                  <a:pt x="38298" y="30913"/>
                  <a:pt x="34257" y="30624"/>
                  <a:pt x="34257" y="34665"/>
                </a:cubicBezTo>
                <a:cubicBezTo>
                  <a:pt x="34257" y="38706"/>
                  <a:pt x="38010" y="86909"/>
                  <a:pt x="38587" y="90949"/>
                </a:cubicBezTo>
                <a:cubicBezTo>
                  <a:pt x="39164" y="94990"/>
                  <a:pt x="42339" y="94701"/>
                  <a:pt x="42916" y="95279"/>
                </a:cubicBezTo>
                <a:cubicBezTo>
                  <a:pt x="43494" y="95856"/>
                  <a:pt x="43782" y="99320"/>
                  <a:pt x="47246" y="99609"/>
                </a:cubicBezTo>
                <a:cubicBezTo>
                  <a:pt x="50710" y="99898"/>
                  <a:pt x="91407" y="99898"/>
                  <a:pt x="94871" y="99609"/>
                </a:cubicBezTo>
                <a:cubicBezTo>
                  <a:pt x="98334" y="99320"/>
                  <a:pt x="98624" y="95856"/>
                  <a:pt x="99201" y="95279"/>
                </a:cubicBezTo>
                <a:cubicBezTo>
                  <a:pt x="99778" y="94701"/>
                  <a:pt x="102664" y="91527"/>
                  <a:pt x="103530" y="90949"/>
                </a:cubicBezTo>
                <a:cubicBezTo>
                  <a:pt x="104396" y="90372"/>
                  <a:pt x="111324" y="87197"/>
                  <a:pt x="112190" y="86619"/>
                </a:cubicBezTo>
                <a:cubicBezTo>
                  <a:pt x="113055" y="86042"/>
                  <a:pt x="115941" y="82867"/>
                  <a:pt x="116518" y="82290"/>
                </a:cubicBezTo>
                <a:cubicBezTo>
                  <a:pt x="117096" y="81713"/>
                  <a:pt x="120271" y="78538"/>
                  <a:pt x="120848" y="77961"/>
                </a:cubicBezTo>
                <a:cubicBezTo>
                  <a:pt x="121426" y="77383"/>
                  <a:pt x="125178" y="76517"/>
                  <a:pt x="125178" y="73631"/>
                </a:cubicBezTo>
                <a:cubicBezTo>
                  <a:pt x="125178" y="70745"/>
                  <a:pt x="121426" y="37552"/>
                  <a:pt x="120848" y="34665"/>
                </a:cubicBezTo>
                <a:cubicBezTo>
                  <a:pt x="120271" y="31779"/>
                  <a:pt x="117384" y="30913"/>
                  <a:pt x="116518" y="30336"/>
                </a:cubicBezTo>
                <a:cubicBezTo>
                  <a:pt x="115652" y="29759"/>
                  <a:pt x="109014" y="26584"/>
                  <a:pt x="107860" y="26007"/>
                </a:cubicBezTo>
                <a:cubicBezTo>
                  <a:pt x="106705" y="25429"/>
                  <a:pt x="101798" y="21677"/>
                  <a:pt x="99201" y="21677"/>
                </a:cubicBezTo>
                <a:cubicBezTo>
                  <a:pt x="96603" y="21677"/>
                  <a:pt x="71203" y="25429"/>
                  <a:pt x="68894" y="26007"/>
                </a:cubicBezTo>
                <a:cubicBezTo>
                  <a:pt x="66585" y="26584"/>
                  <a:pt x="65142" y="29759"/>
                  <a:pt x="64564" y="30336"/>
                </a:cubicBezTo>
                <a:cubicBezTo>
                  <a:pt x="63987" y="30913"/>
                  <a:pt x="60812" y="34088"/>
                  <a:pt x="60234" y="34665"/>
                </a:cubicBezTo>
                <a:cubicBezTo>
                  <a:pt x="59657" y="35243"/>
                  <a:pt x="56194" y="36685"/>
                  <a:pt x="55904" y="38995"/>
                </a:cubicBezTo>
                <a:cubicBezTo>
                  <a:pt x="55616" y="41304"/>
                  <a:pt x="55616" y="66993"/>
                  <a:pt x="55904" y="69302"/>
                </a:cubicBezTo>
                <a:cubicBezTo>
                  <a:pt x="56194" y="71611"/>
                  <a:pt x="59657" y="73054"/>
                  <a:pt x="60234" y="73631"/>
                </a:cubicBezTo>
                <a:cubicBezTo>
                  <a:pt x="60812" y="74209"/>
                  <a:pt x="63987" y="77383"/>
                  <a:pt x="64564" y="77961"/>
                </a:cubicBezTo>
                <a:cubicBezTo>
                  <a:pt x="65142" y="78538"/>
                  <a:pt x="67740" y="82289"/>
                  <a:pt x="68894" y="82290"/>
                </a:cubicBezTo>
                <a:cubicBezTo>
                  <a:pt x="70048" y="82291"/>
                  <a:pt x="80439" y="78538"/>
                  <a:pt x="81882" y="77961"/>
                </a:cubicBezTo>
                <a:cubicBezTo>
                  <a:pt x="83325" y="77383"/>
                  <a:pt x="89675" y="73920"/>
                  <a:pt x="90542" y="73631"/>
                </a:cubicBezTo>
                <a:cubicBezTo>
                  <a:pt x="91408" y="73343"/>
                  <a:pt x="94294" y="73920"/>
                  <a:pt x="94871" y="73631"/>
                </a:cubicBezTo>
                <a:cubicBezTo>
                  <a:pt x="95448" y="73343"/>
                  <a:pt x="98624" y="69879"/>
                  <a:pt x="99201" y="69302"/>
                </a:cubicBezTo>
                <a:cubicBezTo>
                  <a:pt x="99778" y="68725"/>
                  <a:pt x="102952" y="65549"/>
                  <a:pt x="103530" y="64972"/>
                </a:cubicBezTo>
                <a:cubicBezTo>
                  <a:pt x="104107" y="64395"/>
                  <a:pt x="107282" y="61220"/>
                  <a:pt x="107860" y="60643"/>
                </a:cubicBezTo>
                <a:cubicBezTo>
                  <a:pt x="108437" y="60065"/>
                  <a:pt x="111900" y="58334"/>
                  <a:pt x="112190" y="56313"/>
                </a:cubicBezTo>
                <a:cubicBezTo>
                  <a:pt x="112478" y="54293"/>
                  <a:pt x="112478" y="32356"/>
                  <a:pt x="112190" y="30336"/>
                </a:cubicBezTo>
                <a:cubicBezTo>
                  <a:pt x="111900" y="28315"/>
                  <a:pt x="108437" y="26584"/>
                  <a:pt x="107860" y="26007"/>
                </a:cubicBezTo>
                <a:cubicBezTo>
                  <a:pt x="107282" y="25429"/>
                  <a:pt x="104107" y="22255"/>
                  <a:pt x="103530" y="21677"/>
                </a:cubicBezTo>
                <a:cubicBezTo>
                  <a:pt x="102952" y="21100"/>
                  <a:pt x="100644" y="17925"/>
                  <a:pt x="99201" y="17347"/>
                </a:cubicBezTo>
                <a:cubicBezTo>
                  <a:pt x="97757" y="16770"/>
                  <a:pt x="85057" y="13018"/>
                  <a:pt x="81882" y="13018"/>
                </a:cubicBezTo>
                <a:cubicBezTo>
                  <a:pt x="78707" y="13018"/>
                  <a:pt x="53885" y="16770"/>
                  <a:pt x="51576" y="17347"/>
                </a:cubicBezTo>
                <a:cubicBezTo>
                  <a:pt x="49266" y="17925"/>
                  <a:pt x="47246" y="17925"/>
                  <a:pt x="47246" y="21677"/>
                </a:cubicBezTo>
                <a:cubicBezTo>
                  <a:pt x="47246" y="25429"/>
                  <a:pt x="50998" y="69879"/>
                  <a:pt x="51576" y="73631"/>
                </a:cubicBezTo>
                <a:cubicBezTo>
                  <a:pt x="52153" y="77384"/>
                  <a:pt x="55327" y="77383"/>
                  <a:pt x="55904" y="77961"/>
                </a:cubicBezTo>
                <a:cubicBezTo>
                  <a:pt x="56482" y="78538"/>
                  <a:pt x="59657" y="82289"/>
                  <a:pt x="60234" y="82290"/>
                </a:cubicBezTo>
                <a:cubicBezTo>
                  <a:pt x="60812" y="82291"/>
                  <a:pt x="63987" y="78538"/>
                  <a:pt x="64564" y="77961"/>
                </a:cubicBezTo>
                <a:cubicBezTo>
                  <a:pt x="65142" y="77383"/>
                  <a:pt x="68894" y="76517"/>
                  <a:pt x="68894" y="73631"/>
                </a:cubicBezTo>
                <a:cubicBezTo>
                  <a:pt x="68894" y="70745"/>
                  <a:pt x="65142" y="37552"/>
                  <a:pt x="64564" y="34665"/>
                </a:cubicBezTo>
                <a:cubicBezTo>
                  <a:pt x="63987" y="31779"/>
                  <a:pt x="60812" y="30913"/>
                  <a:pt x="60234" y="30336"/>
                </a:cubicBezTo>
                <a:cubicBezTo>
                  <a:pt x="59657" y="29759"/>
                  <a:pt x="56482" y="26584"/>
                  <a:pt x="55904" y="26007"/>
                </a:cubicBezTo>
                <a:cubicBezTo>
                  <a:pt x="55327" y="25429"/>
                  <a:pt x="52153" y="22255"/>
                  <a:pt x="51576" y="21677"/>
                </a:cubicBezTo>
                <a:cubicBezTo>
                  <a:pt x="50998" y="21100"/>
                  <a:pt x="48112" y="17925"/>
                  <a:pt x="47246" y="17347"/>
                </a:cubicBezTo>
                <a:cubicBezTo>
                  <a:pt x="46380" y="16770"/>
                  <a:pt x="40896" y="13018"/>
                  <a:pt x="38587" y="13018"/>
                </a:cubicBezTo>
                <a:cubicBezTo>
                  <a:pt x="36278" y="13018"/>
                  <a:pt x="14342" y="14172"/>
                  <a:pt x="12610" y="17347"/>
                </a:cubicBezTo>
                <a:cubicBezTo>
                  <a:pt x="10878" y="20523"/>
                  <a:pt x="12321" y="57468"/>
                  <a:pt x="12610" y="60643"/>
                </a:cubicBezTo>
                <a:cubicBezTo>
                  <a:pt x="12898" y="63817"/>
                  <a:pt x="16363" y="64395"/>
                  <a:pt x="16940" y="64972"/>
                </a:cubicBezTo>
                <a:cubicBezTo>
                  <a:pt x="17516" y="65549"/>
                  <a:pt x="20691" y="68725"/>
                  <a:pt x="21268" y="69302"/>
                </a:cubicBezTo>
                <a:cubicBezTo>
                  <a:pt x="21846" y="69879"/>
                  <a:pt x="25022" y="73054"/>
                  <a:pt x="25598" y="73631"/>
                </a:cubicBezTo>
                <a:cubicBezTo>
                  <a:pt x="26175" y="74209"/>
                  <a:pt x="29350" y="77383"/>
                  <a:pt x="29928" y="77961"/>
                </a:cubicBezTo>
                <a:cubicBezTo>
                  <a:pt x="30505" y="78538"/>
                  <a:pt x="33391" y="81713"/>
                  <a:pt x="34257" y="82290"/>
                </a:cubicBezTo>
                <a:cubicBezTo>
                  <a:pt x="35124" y="82867"/>
                  <a:pt x="40607" y="86619"/>
                  <a:pt x="42916" y="86619"/>
                </a:cubicBezTo>
                <a:cubicBezTo>
                  <a:pt x="45226" y="86619"/>
                  <a:pt x="66874" y="82867"/>
                  <a:pt x="68894" y="82290"/>
                </a:cubicBezTo>
                <a:cubicBezTo>
                  <a:pt x="70914" y="81713"/>
                  <a:pt x="72646" y="78249"/>
                  <a:pt x="73224" y="77961"/>
                </a:cubicBezTo>
                <a:cubicBezTo>
                  <a:pt x="73801" y="77673"/>
                  <a:pt x="76976" y="78250"/>
                  <a:pt x="77553" y="77961"/>
                </a:cubicBezTo>
                <a:cubicBezTo>
                  <a:pt x="78130" y="77672"/>
                  <a:pt x="81305" y="74208"/>
                  <a:pt x="81882" y="73631"/>
                </a:cubicBezTo>
                <a:cubicBezTo>
                  <a:pt x="82460" y="73055"/>
                  <a:pt x="85923" y="69879"/>
                  <a:pt x="86212" y="69302"/>
                </a:cubicBezTo>
                <a:cubicBezTo>
                  <a:pt x="86501" y="68725"/>
                  <a:pt x="85924" y="65549"/>
                  <a:pt x="86212" y="64972"/>
                </a:cubicBezTo>
                <a:cubicBezTo>
                  <a:pt x="86500" y="64395"/>
                  <a:pt x="89964" y="61220"/>
                  <a:pt x="90542" y="60643"/>
                </a:cubicBezTo>
                <a:cubicBezTo>
                  <a:pt x="91119" y="60065"/>
                  <a:pt x="94871" y="58911"/>
                  <a:pt x="94871" y="56313"/>
                </a:cubicBezTo>
                <a:cubicBezTo>
                  <a:pt x="94871" y="53715"/>
                  <a:pt x="90830" y="24275"/>
                  <a:pt x="90542" y="21677"/>
                </a:cubicBezTo>
                <a:cubicBezTo>
                  <a:pt x="90252" y="19079"/>
                  <a:pt x="90830" y="17925"/>
                  <a:pt x="90542" y="17347"/>
                </a:cubicBezTo>
                <a:cubicBezTo>
                  <a:pt x="90253" y="16770"/>
                  <a:pt x="86790" y="13595"/>
                  <a:pt x="86212" y="13018"/>
                </a:cubicBezTo>
                <a:cubicBezTo>
                  <a:pt x="85635" y="12441"/>
                  <a:pt x="82748" y="9266"/>
                  <a:pt x="81882" y="8689"/>
                </a:cubicBezTo>
                <a:cubicBezTo>
                  <a:pt x="81016" y="8111"/>
                  <a:pt x="75244" y="4359"/>
                  <a:pt x="73224" y="4359"/>
                </a:cubicBezTo>
                <a:cubicBezTo>
                  <a:pt x="71204" y="4359"/>
                  <a:pt x="53596" y="8400"/>
                  <a:pt x="51576" y="8689"/>
                </a:cubicBezTo>
                <a:cubicBezTo>
                  <a:pt x="49556" y="8978"/>
                  <a:pt x="43782" y="8401"/>
                  <a:pt x="42916" y="8689"/>
                </a:cubicBezTo>
                <a:cubicBezTo>
                  <a:pt x="42051" y="8977"/>
                  <a:pt x="39164" y="12441"/>
                  <a:pt x="38587" y="13018"/>
                </a:cubicBezTo>
                <a:cubicBezTo>
                  <a:pt x="38010" y="13595"/>
                  <a:pt x="34835" y="16770"/>
                  <a:pt x="34257" y="17347"/>
                </a:cubicBezTo>
                <a:cubicBezTo>
                  <a:pt x="33679" y="17925"/>
                  <a:pt x="30505" y="20811"/>
                  <a:pt x="29928" y="21677"/>
                </a:cubicBezTo>
                <a:cubicBezTo>
                  <a:pt x="29350" y="22543"/>
                  <a:pt x="26175" y="28315"/>
                  <a:pt x="25598" y="30336"/>
                </a:cubicBezTo>
                <a:cubicBezTo>
                  <a:pt x="25022" y="32357"/>
                  <a:pt x="21557" y="49097"/>
                  <a:pt x="21268" y="51983"/>
                </a:cubicBezTo>
                <a:cubicBezTo>
                  <a:pt x="20980" y="54870"/>
                  <a:pt x="20980" y="71899"/>
                  <a:pt x="21268" y="73631"/>
                </a:cubicBezTo>
                <a:cubicBezTo>
                  <a:pt x="21557" y="75363"/>
                  <a:pt x="25022" y="77383"/>
                  <a:pt x="25598" y="77961"/>
                </a:cubicBezTo>
                <a:cubicBezTo>
                  <a:pt x="26175" y="78538"/>
                  <a:pt x="29350" y="81713"/>
                  <a:pt x="29928" y="82290"/>
                </a:cubicBezTo>
                <a:cubicBezTo>
                  <a:pt x="30505" y="82867"/>
                  <a:pt x="33679" y="86042"/>
                  <a:pt x="34257" y="86619"/>
                </a:cubicBezTo>
                <a:cubicBezTo>
                  <a:pt x="34835" y="87197"/>
                  <a:pt x="37722" y="90372"/>
                  <a:pt x="38587" y="90949"/>
                </a:cubicBezTo>
                <a:cubicBezTo>
                  <a:pt x="39453" y="91527"/>
                  <a:pt x="44071" y="95279"/>
                  <a:pt x="47246" y="95279"/>
                </a:cubicBezTo>
                <a:cubicBezTo>
                  <a:pt x="50420" y="95279"/>
                  <a:pt x="83326" y="91527"/>
                  <a:pt x="86212" y="90949"/>
                </a:cubicBezTo>
                <a:cubicBezTo>
                  <a:pt x="89098" y="90372"/>
                  <a:pt x="89964" y="87485"/>
                  <a:pt x="90542" y="86619"/>
                </a:cubicBezTo>
                <a:cubicBezTo>
                  <a:pt x="91119" y="85753"/>
                  <a:pt x="94871" y="80559"/>
                  <a:pt x="94871" y="77961"/>
                </a:cubicBezTo>
                <a:cubicBezTo>
                  <a:pt x="94871" y="75363"/>
                  <a:pt x="91119" y="50829"/>
                  <a:pt x="90542" y="47654"/>
                </a:cubicBezTo>
                <a:cubicBezTo>
                  <a:pt x="89964" y="44479"/>
                  <a:pt x="86790" y="32356"/>
                  <a:pt x="86212" y="30336"/>
                </a:cubicBezTo>
                <a:cubicBezTo>
                  <a:pt x="85635" y="28315"/>
                  <a:pt x="82460" y="18502"/>
                  <a:pt x="81882" y="17347"/>
                </a:cubicBezTo>
                <a:cubicBezTo>
                  <a:pt x="81305" y="16193"/>
                  <a:pt x="78130" y="13595"/>
                  <a:pt x="77553" y="13018"/>
                </a:cubicBezTo>
                <a:cubicBezTo>
                  <a:pt x="76976" y="12441"/>
                  <a:pt x="73801" y="9266"/>
                  <a:pt x="73224" y="8689"/>
                </a:cubicBezTo>
                <a:cubicBezTo>
                  <a:pt x="72646" y="8111"/>
                  <a:pt x="69471" y="4936"/>
                  <a:pt x="68894" y="4359"/>
                </a:cubicBezTo>
                <a:cubicBezTo>
                  <a:pt x="68316" y="3781"/>
                  <a:pt x="66586" y="29"/>
                  <a:pt x="64564" y="29"/>
                </a:cubicBezTo>
                <a:cubicBezTo>
                  <a:pt x="62544" y="29"/>
                  <a:pt x="40607" y="3781"/>
                  <a:pt x="38587" y="4359"/>
                </a:cubicBezTo>
                <a:cubicBezTo>
                  <a:pt x="36567" y="4936"/>
                  <a:pt x="34835" y="8111"/>
                  <a:pt x="34257" y="8689"/>
                </a:cubicBezTo>
                <a:cubicBezTo>
                  <a:pt x="33679" y="9266"/>
                  <a:pt x="30505" y="12441"/>
                  <a:pt x="29928" y="13018"/>
                </a:cubicBezTo>
                <a:cubicBezTo>
                  <a:pt x="29350" y="13595"/>
                  <a:pt x="26175" y="15326"/>
                  <a:pt x="25598" y="17347"/>
                </a:cubicBezTo>
                <a:cubicBezTo>
                  <a:pt x="25022" y="19368"/>
                  <a:pt x="21557" y="39861"/>
                  <a:pt x="21268" y="43325"/>
                </a:cubicBezTo>
                <a:cubicBezTo>
                  <a:pt x="20980" y="46789"/>
                  <a:pt x="20980" y="67282"/>
                  <a:pt x="21268" y="69302"/>
                </a:cubicBezTo>
                <a:cubicBezTo>
                  <a:pt x="21557" y="71322"/>
                  <a:pt x="25022" y="72766"/>
                  <a:pt x="25598" y="73631"/>
                </a:cubicBezTo>
                <a:cubicBezTo>
                  <a:pt x="26175" y="74497"/>
                  <a:pt x="29350" y="81425"/>
                  <a:pt x="29928" y="82290"/>
                </a:cubicBezTo>
                <a:cubicBezTo>
                  <a:pt x="30505" y="83156"/>
                  <a:pt x="33679" y="86042"/>
                  <a:pt x="34257" y="86619"/>
                </a:cubicBezTo>
                <a:cubicBezTo>
                  <a:pt x="34835" y="87197"/>
                  <a:pt x="35412" y="90661"/>
                  <a:pt x="38587" y="90949"/>
                </a:cubicBezTo>
                <a:cubicBezTo>
                  <a:pt x="41762" y="91239"/>
                  <a:pt x="78707" y="91239"/>
                  <a:pt x="81882" y="90949"/>
                </a:cubicBezTo>
                <a:cubicBezTo>
                  <a:pt x="85057" y="90661"/>
                  <a:pt x="85635" y="87197"/>
                  <a:pt x="86212" y="86619"/>
                </a:cubicBezTo>
                <a:cubicBezTo>
                  <a:pt x="86790" y="86042"/>
                  <a:pt x="89964" y="82867"/>
                  <a:pt x="90542" y="82290"/>
                </a:cubicBezTo>
                <a:cubicBezTo>
                  <a:pt x="91119" y="81713"/>
                  <a:pt x="94294" y="79115"/>
                  <a:pt x="94871" y="77961"/>
                </a:cubicBezTo>
                <a:cubicBezTo>
                  <a:pt x="95448" y="76806"/>
                  <a:pt x="99201" y="67570"/>
                  <a:pt x="99201" y="64972"/>
                </a:cubicBezTo>
                <a:cubicBezTo>
                  <a:pt x="99201" y="62374"/>
                  <a:pt x="95448" y="41015"/>
                  <a:pt x="94871" y="38995"/>
                </a:cubicBezTo>
                <a:cubicBezTo>
                  <a:pt x="94294" y="36975"/>
                  <a:pt x="91119" y="35243"/>
                  <a:pt x="90542" y="34665"/>
                </a:cubicBezTo>
                <a:cubicBezTo>
                  <a:pt x="89964" y="34088"/>
                  <a:pt x="86790" y="31202"/>
                  <a:pt x="86212" y="30336"/>
                </a:cubicBezTo>
                <a:cubicBezTo>
                  <a:pt x="85635" y="29469"/>
                  <a:pt x="82460" y="22543"/>
                  <a:pt x="81882" y="21677"/>
                </a:cubicBezTo>
                <a:cubicBezTo>
                  <a:pt x="81305" y="20811"/>
                  <a:pt x="78130" y="17925"/>
                  <a:pt x="77553" y="17347"/>
                </a:cubicBezTo>
                <a:cubicBezTo>
                  <a:pt x="76976" y="16770"/>
                  <a:pt x="73801" y="13595"/>
                  <a:pt x="73224" y="13018"/>
                </a:cubicBezTo>
                <a:cubicBezTo>
                  <a:pt x="72646" y="12441"/>
                  <a:pt x="69471" y="9266"/>
                  <a:pt x="68894" y="8689"/>
                </a:cubicBezTo>
                <a:cubicBezTo>
                  <a:pt x="68316" y="8111"/>
                  <a:pt x="66008" y="4648"/>
                  <a:pt x="64564" y="4359"/>
                </a:cubicBezTo>
                <a:cubicBezTo>
                  <a:pt x="63121" y="4070"/>
                  <a:pt x="48400" y="4359"/>
                  <a:pt x="47246" y="4359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42" name=""/>
          <p:cNvCxnSpPr/>
          <p:nvPr/>
        </p:nvCxnSpPr>
        <p:spPr>
          <a:xfrm rot="16200000" flipV="1">
            <a:off x="3429000" y="7353300"/>
            <a:ext cx="762000" cy="304800"/>
          </a:xfrm>
          <a:prstGeom prst="straightConnector1">
            <a:avLst/>
          </a:prstGeom>
          <a:ln w="762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16"/>
          <p:cNvSpPr txBox="1"/>
          <p:nvPr/>
        </p:nvSpPr>
        <p:spPr>
          <a:xfrm>
            <a:off x="10896600" y="3622185"/>
            <a:ext cx="6096000" cy="495031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기어를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단으로 변속 후 가속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RPM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임계값 이하로 하락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LED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소등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현재 속도 계속 증가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53" name=""/>
          <p:cNvSpPr/>
          <p:nvPr/>
        </p:nvSpPr>
        <p:spPr>
          <a:xfrm>
            <a:off x="4097919" y="6632468"/>
            <a:ext cx="144938" cy="227912"/>
          </a:xfrm>
          <a:custGeom>
            <a:avLst/>
            <a:gdLst>
              <a:gd name="connsiteX0" fmla="*/ 14839 w 144938"/>
              <a:gd name="connsiteY0" fmla="*/ -481 h 227912"/>
              <a:gd name="connsiteX1" fmla="*/ 31848 w 144938"/>
              <a:gd name="connsiteY1" fmla="*/ 2921 h 227912"/>
              <a:gd name="connsiteX2" fmla="*/ 55660 w 144938"/>
              <a:gd name="connsiteY2" fmla="*/ 6323 h 227912"/>
              <a:gd name="connsiteX3" fmla="*/ 69268 w 144938"/>
              <a:gd name="connsiteY3" fmla="*/ 9725 h 227912"/>
              <a:gd name="connsiteX4" fmla="*/ 103285 w 144938"/>
              <a:gd name="connsiteY4" fmla="*/ 13126 h 227912"/>
              <a:gd name="connsiteX5" fmla="*/ 144107 w 144938"/>
              <a:gd name="connsiteY5" fmla="*/ 16528 h 227912"/>
              <a:gd name="connsiteX6" fmla="*/ 140705 w 144938"/>
              <a:gd name="connsiteY6" fmla="*/ 36938 h 227912"/>
              <a:gd name="connsiteX7" fmla="*/ 140705 w 144938"/>
              <a:gd name="connsiteY7" fmla="*/ 43743 h 227912"/>
              <a:gd name="connsiteX8" fmla="*/ 137303 w 144938"/>
              <a:gd name="connsiteY8" fmla="*/ 50545 h 227912"/>
              <a:gd name="connsiteX9" fmla="*/ 133901 w 144938"/>
              <a:gd name="connsiteY9" fmla="*/ 53947 h 227912"/>
              <a:gd name="connsiteX10" fmla="*/ 130499 w 144938"/>
              <a:gd name="connsiteY10" fmla="*/ 74358 h 227912"/>
              <a:gd name="connsiteX11" fmla="*/ 127098 w 144938"/>
              <a:gd name="connsiteY11" fmla="*/ 98171 h 227912"/>
              <a:gd name="connsiteX12" fmla="*/ 123696 w 144938"/>
              <a:gd name="connsiteY12" fmla="*/ 101573 h 227912"/>
              <a:gd name="connsiteX13" fmla="*/ 120294 w 144938"/>
              <a:gd name="connsiteY13" fmla="*/ 104975 h 227912"/>
              <a:gd name="connsiteX14" fmla="*/ 116892 w 144938"/>
              <a:gd name="connsiteY14" fmla="*/ 108376 h 227912"/>
              <a:gd name="connsiteX15" fmla="*/ 103285 w 144938"/>
              <a:gd name="connsiteY15" fmla="*/ 104975 h 227912"/>
              <a:gd name="connsiteX16" fmla="*/ 59062 w 144938"/>
              <a:gd name="connsiteY16" fmla="*/ 104975 h 227912"/>
              <a:gd name="connsiteX17" fmla="*/ 55660 w 144938"/>
              <a:gd name="connsiteY17" fmla="*/ 101573 h 227912"/>
              <a:gd name="connsiteX18" fmla="*/ 1232 w 144938"/>
              <a:gd name="connsiteY18" fmla="*/ 104975 h 227912"/>
              <a:gd name="connsiteX19" fmla="*/ 4634 w 144938"/>
              <a:gd name="connsiteY19" fmla="*/ 128787 h 227912"/>
              <a:gd name="connsiteX20" fmla="*/ 1232 w 144938"/>
              <a:gd name="connsiteY20" fmla="*/ 213831 h 227912"/>
              <a:gd name="connsiteX21" fmla="*/ 4634 w 144938"/>
              <a:gd name="connsiteY21" fmla="*/ 224037 h 227912"/>
              <a:gd name="connsiteX22" fmla="*/ 42053 w 144938"/>
              <a:gd name="connsiteY22" fmla="*/ 227438 h 227912"/>
              <a:gd name="connsiteX23" fmla="*/ 103285 w 144938"/>
              <a:gd name="connsiteY23" fmla="*/ 224037 h 22791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44938" h="227912">
                <a:moveTo>
                  <a:pt x="14839" y="-481"/>
                </a:moveTo>
                <a:cubicBezTo>
                  <a:pt x="15973" y="-254"/>
                  <a:pt x="29126" y="2467"/>
                  <a:pt x="31848" y="2921"/>
                </a:cubicBezTo>
                <a:cubicBezTo>
                  <a:pt x="34570" y="3375"/>
                  <a:pt x="53166" y="5869"/>
                  <a:pt x="55660" y="6323"/>
                </a:cubicBezTo>
                <a:cubicBezTo>
                  <a:pt x="58155" y="6777"/>
                  <a:pt x="66093" y="9271"/>
                  <a:pt x="69268" y="9725"/>
                </a:cubicBezTo>
                <a:cubicBezTo>
                  <a:pt x="72443" y="10178"/>
                  <a:pt x="98295" y="12673"/>
                  <a:pt x="103285" y="13126"/>
                </a:cubicBezTo>
                <a:cubicBezTo>
                  <a:pt x="108274" y="13580"/>
                  <a:pt x="141612" y="14941"/>
                  <a:pt x="144107" y="16528"/>
                </a:cubicBezTo>
                <a:cubicBezTo>
                  <a:pt x="146601" y="18115"/>
                  <a:pt x="140932" y="35124"/>
                  <a:pt x="140705" y="36938"/>
                </a:cubicBezTo>
                <a:cubicBezTo>
                  <a:pt x="140478" y="38753"/>
                  <a:pt x="140932" y="42835"/>
                  <a:pt x="140705" y="43743"/>
                </a:cubicBezTo>
                <a:cubicBezTo>
                  <a:pt x="140478" y="44650"/>
                  <a:pt x="137757" y="49865"/>
                  <a:pt x="137303" y="50545"/>
                </a:cubicBezTo>
                <a:cubicBezTo>
                  <a:pt x="136850" y="51226"/>
                  <a:pt x="134354" y="52361"/>
                  <a:pt x="133901" y="53947"/>
                </a:cubicBezTo>
                <a:cubicBezTo>
                  <a:pt x="133448" y="55535"/>
                  <a:pt x="130952" y="71410"/>
                  <a:pt x="130499" y="74358"/>
                </a:cubicBezTo>
                <a:cubicBezTo>
                  <a:pt x="130045" y="77306"/>
                  <a:pt x="127551" y="96356"/>
                  <a:pt x="127098" y="98171"/>
                </a:cubicBezTo>
                <a:cubicBezTo>
                  <a:pt x="126644" y="99985"/>
                  <a:pt x="124149" y="101119"/>
                  <a:pt x="123696" y="101573"/>
                </a:cubicBezTo>
                <a:cubicBezTo>
                  <a:pt x="123242" y="102026"/>
                  <a:pt x="120748" y="104521"/>
                  <a:pt x="120294" y="104975"/>
                </a:cubicBezTo>
                <a:cubicBezTo>
                  <a:pt x="119841" y="105428"/>
                  <a:pt x="118026" y="108376"/>
                  <a:pt x="116892" y="108376"/>
                </a:cubicBezTo>
                <a:cubicBezTo>
                  <a:pt x="115759" y="108376"/>
                  <a:pt x="107140" y="105201"/>
                  <a:pt x="103285" y="104975"/>
                </a:cubicBezTo>
                <a:cubicBezTo>
                  <a:pt x="99430" y="104748"/>
                  <a:pt x="62237" y="105201"/>
                  <a:pt x="59062" y="104975"/>
                </a:cubicBezTo>
                <a:cubicBezTo>
                  <a:pt x="55888" y="104748"/>
                  <a:pt x="59515" y="101573"/>
                  <a:pt x="55660" y="101573"/>
                </a:cubicBezTo>
                <a:cubicBezTo>
                  <a:pt x="51805" y="101573"/>
                  <a:pt x="4634" y="103160"/>
                  <a:pt x="1232" y="104975"/>
                </a:cubicBezTo>
                <a:cubicBezTo>
                  <a:pt x="-2169" y="106789"/>
                  <a:pt x="4634" y="121530"/>
                  <a:pt x="4634" y="128787"/>
                </a:cubicBezTo>
                <a:cubicBezTo>
                  <a:pt x="4634" y="136045"/>
                  <a:pt x="1232" y="207481"/>
                  <a:pt x="1232" y="213831"/>
                </a:cubicBezTo>
                <a:cubicBezTo>
                  <a:pt x="1232" y="220181"/>
                  <a:pt x="1912" y="223130"/>
                  <a:pt x="4634" y="224037"/>
                </a:cubicBezTo>
                <a:cubicBezTo>
                  <a:pt x="7355" y="224945"/>
                  <a:pt x="35477" y="227438"/>
                  <a:pt x="42053" y="227438"/>
                </a:cubicBezTo>
                <a:cubicBezTo>
                  <a:pt x="48630" y="227438"/>
                  <a:pt x="99203" y="224264"/>
                  <a:pt x="103285" y="22403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4" name=""/>
          <p:cNvSpPr/>
          <p:nvPr/>
        </p:nvSpPr>
        <p:spPr>
          <a:xfrm>
            <a:off x="5449526" y="6695898"/>
            <a:ext cx="95904" cy="166269"/>
          </a:xfrm>
          <a:custGeom>
            <a:avLst/>
            <a:gdLst>
              <a:gd name="connsiteX0" fmla="*/ 13740 w 95904"/>
              <a:gd name="connsiteY0" fmla="*/ 17732 h 166269"/>
              <a:gd name="connsiteX1" fmla="*/ 10339 w 95904"/>
              <a:gd name="connsiteY1" fmla="*/ 38143 h 166269"/>
              <a:gd name="connsiteX2" fmla="*/ 6937 w 95904"/>
              <a:gd name="connsiteY2" fmla="*/ 65358 h 166269"/>
              <a:gd name="connsiteX3" fmla="*/ 3536 w 95904"/>
              <a:gd name="connsiteY3" fmla="*/ 72160 h 166269"/>
              <a:gd name="connsiteX4" fmla="*/ 134 w 95904"/>
              <a:gd name="connsiteY4" fmla="*/ 85768 h 166269"/>
              <a:gd name="connsiteX5" fmla="*/ 3536 w 95904"/>
              <a:gd name="connsiteY5" fmla="*/ 89170 h 166269"/>
              <a:gd name="connsiteX6" fmla="*/ 6937 w 95904"/>
              <a:gd name="connsiteY6" fmla="*/ 92571 h 166269"/>
              <a:gd name="connsiteX7" fmla="*/ 40956 w 95904"/>
              <a:gd name="connsiteY7" fmla="*/ 95973 h 166269"/>
              <a:gd name="connsiteX8" fmla="*/ 78375 w 95904"/>
              <a:gd name="connsiteY8" fmla="*/ 92571 h 166269"/>
              <a:gd name="connsiteX9" fmla="*/ 81776 w 95904"/>
              <a:gd name="connsiteY9" fmla="*/ 85768 h 166269"/>
              <a:gd name="connsiteX10" fmla="*/ 85179 w 95904"/>
              <a:gd name="connsiteY10" fmla="*/ 41545 h 166269"/>
              <a:gd name="connsiteX11" fmla="*/ 88581 w 95904"/>
              <a:gd name="connsiteY11" fmla="*/ 34741 h 166269"/>
              <a:gd name="connsiteX12" fmla="*/ 91982 w 95904"/>
              <a:gd name="connsiteY12" fmla="*/ 24536 h 166269"/>
              <a:gd name="connsiteX13" fmla="*/ 91982 w 95904"/>
              <a:gd name="connsiteY13" fmla="*/ 27938 h 166269"/>
              <a:gd name="connsiteX14" fmla="*/ 95384 w 95904"/>
              <a:gd name="connsiteY14" fmla="*/ 31339 h 166269"/>
              <a:gd name="connsiteX15" fmla="*/ 91982 w 95904"/>
              <a:gd name="connsiteY15" fmla="*/ 78964 h 166269"/>
              <a:gd name="connsiteX16" fmla="*/ 88581 w 95904"/>
              <a:gd name="connsiteY16" fmla="*/ 92571 h 166269"/>
              <a:gd name="connsiteX17" fmla="*/ 85179 w 95904"/>
              <a:gd name="connsiteY17" fmla="*/ 106178 h 166269"/>
              <a:gd name="connsiteX18" fmla="*/ 81776 w 95904"/>
              <a:gd name="connsiteY18" fmla="*/ 140196 h 166269"/>
              <a:gd name="connsiteX19" fmla="*/ 81776 w 95904"/>
              <a:gd name="connsiteY19" fmla="*/ 170813 h 166269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5904" h="166269">
                <a:moveTo>
                  <a:pt x="13740" y="17732"/>
                </a:moveTo>
                <a:cubicBezTo>
                  <a:pt x="13514" y="19093"/>
                  <a:pt x="10793" y="34968"/>
                  <a:pt x="10339" y="38143"/>
                </a:cubicBezTo>
                <a:cubicBezTo>
                  <a:pt x="9886" y="41318"/>
                  <a:pt x="7391" y="63090"/>
                  <a:pt x="6937" y="65358"/>
                </a:cubicBezTo>
                <a:cubicBezTo>
                  <a:pt x="6484" y="67626"/>
                  <a:pt x="3989" y="70799"/>
                  <a:pt x="3536" y="72160"/>
                </a:cubicBezTo>
                <a:cubicBezTo>
                  <a:pt x="3082" y="73521"/>
                  <a:pt x="134" y="84634"/>
                  <a:pt x="134" y="85768"/>
                </a:cubicBezTo>
                <a:cubicBezTo>
                  <a:pt x="134" y="86902"/>
                  <a:pt x="3082" y="88716"/>
                  <a:pt x="3536" y="89170"/>
                </a:cubicBezTo>
                <a:cubicBezTo>
                  <a:pt x="3989" y="89624"/>
                  <a:pt x="4443" y="92118"/>
                  <a:pt x="6937" y="92571"/>
                </a:cubicBezTo>
                <a:cubicBezTo>
                  <a:pt x="9432" y="93024"/>
                  <a:pt x="36194" y="95973"/>
                  <a:pt x="40956" y="95973"/>
                </a:cubicBezTo>
                <a:cubicBezTo>
                  <a:pt x="45719" y="95973"/>
                  <a:pt x="75654" y="93251"/>
                  <a:pt x="78375" y="92571"/>
                </a:cubicBezTo>
                <a:cubicBezTo>
                  <a:pt x="81096" y="91891"/>
                  <a:pt x="81323" y="89170"/>
                  <a:pt x="81776" y="85768"/>
                </a:cubicBezTo>
                <a:cubicBezTo>
                  <a:pt x="82230" y="82366"/>
                  <a:pt x="84725" y="44947"/>
                  <a:pt x="85179" y="41545"/>
                </a:cubicBezTo>
                <a:cubicBezTo>
                  <a:pt x="85632" y="38143"/>
                  <a:pt x="88127" y="35874"/>
                  <a:pt x="88581" y="34741"/>
                </a:cubicBezTo>
                <a:cubicBezTo>
                  <a:pt x="89034" y="33607"/>
                  <a:pt x="91755" y="24989"/>
                  <a:pt x="91982" y="24536"/>
                </a:cubicBezTo>
                <a:cubicBezTo>
                  <a:pt x="92209" y="24082"/>
                  <a:pt x="91755" y="27484"/>
                  <a:pt x="91982" y="27938"/>
                </a:cubicBezTo>
                <a:cubicBezTo>
                  <a:pt x="92209" y="28391"/>
                  <a:pt x="95384" y="27937"/>
                  <a:pt x="95384" y="31339"/>
                </a:cubicBezTo>
                <a:cubicBezTo>
                  <a:pt x="95384" y="34740"/>
                  <a:pt x="92436" y="74882"/>
                  <a:pt x="91982" y="78964"/>
                </a:cubicBezTo>
                <a:cubicBezTo>
                  <a:pt x="91529" y="83046"/>
                  <a:pt x="89034" y="90756"/>
                  <a:pt x="88581" y="92571"/>
                </a:cubicBezTo>
                <a:cubicBezTo>
                  <a:pt x="88127" y="94386"/>
                  <a:pt x="85632" y="103004"/>
                  <a:pt x="85179" y="106178"/>
                </a:cubicBezTo>
                <a:cubicBezTo>
                  <a:pt x="84725" y="109353"/>
                  <a:pt x="82003" y="135888"/>
                  <a:pt x="81776" y="140196"/>
                </a:cubicBezTo>
                <a:cubicBezTo>
                  <a:pt x="81550" y="144506"/>
                  <a:pt x="81776" y="168772"/>
                  <a:pt x="81776" y="170813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8" name=""/>
          <p:cNvSpPr/>
          <p:nvPr/>
        </p:nvSpPr>
        <p:spPr>
          <a:xfrm>
            <a:off x="6018943" y="7460922"/>
            <a:ext cx="99049" cy="70857"/>
          </a:xfrm>
          <a:custGeom>
            <a:avLst/>
            <a:gdLst>
              <a:gd name="connsiteX0" fmla="*/ 70253 w 99049"/>
              <a:gd name="connsiteY0" fmla="*/ 24913 h 70857"/>
              <a:gd name="connsiteX1" fmla="*/ 63449 w 99049"/>
              <a:gd name="connsiteY1" fmla="*/ 41922 h 70857"/>
              <a:gd name="connsiteX2" fmla="*/ 66851 w 99049"/>
              <a:gd name="connsiteY2" fmla="*/ 45324 h 70857"/>
              <a:gd name="connsiteX3" fmla="*/ 63449 w 99049"/>
              <a:gd name="connsiteY3" fmla="*/ 41922 h 70857"/>
              <a:gd name="connsiteX4" fmla="*/ 63449 w 99049"/>
              <a:gd name="connsiteY4" fmla="*/ 38521 h 70857"/>
              <a:gd name="connsiteX5" fmla="*/ 60048 w 99049"/>
              <a:gd name="connsiteY5" fmla="*/ 35119 h 70857"/>
              <a:gd name="connsiteX6" fmla="*/ 49842 w 99049"/>
              <a:gd name="connsiteY6" fmla="*/ 31717 h 70857"/>
              <a:gd name="connsiteX7" fmla="*/ 43038 w 99049"/>
              <a:gd name="connsiteY7" fmla="*/ 28315 h 70857"/>
              <a:gd name="connsiteX8" fmla="*/ 2217 w 99049"/>
              <a:gd name="connsiteY8" fmla="*/ 31717 h 70857"/>
              <a:gd name="connsiteX9" fmla="*/ 5619 w 99049"/>
              <a:gd name="connsiteY9" fmla="*/ 35119 h 70857"/>
              <a:gd name="connsiteX10" fmla="*/ 9020 w 99049"/>
              <a:gd name="connsiteY10" fmla="*/ 38521 h 70857"/>
              <a:gd name="connsiteX11" fmla="*/ 22628 w 99049"/>
              <a:gd name="connsiteY11" fmla="*/ 41922 h 70857"/>
              <a:gd name="connsiteX12" fmla="*/ 46440 w 99049"/>
              <a:gd name="connsiteY12" fmla="*/ 38521 h 70857"/>
              <a:gd name="connsiteX13" fmla="*/ 49842 w 99049"/>
              <a:gd name="connsiteY13" fmla="*/ 35119 h 70857"/>
              <a:gd name="connsiteX14" fmla="*/ 46440 w 99049"/>
              <a:gd name="connsiteY14" fmla="*/ 28315 h 70857"/>
              <a:gd name="connsiteX15" fmla="*/ 39636 w 99049"/>
              <a:gd name="connsiteY15" fmla="*/ 31717 h 70857"/>
              <a:gd name="connsiteX16" fmla="*/ 32833 w 99049"/>
              <a:gd name="connsiteY16" fmla="*/ 35119 h 70857"/>
              <a:gd name="connsiteX17" fmla="*/ 29431 w 99049"/>
              <a:gd name="connsiteY17" fmla="*/ 38521 h 70857"/>
              <a:gd name="connsiteX18" fmla="*/ 32833 w 99049"/>
              <a:gd name="connsiteY18" fmla="*/ 58931 h 70857"/>
              <a:gd name="connsiteX19" fmla="*/ 53244 w 99049"/>
              <a:gd name="connsiteY19" fmla="*/ 58931 h 70857"/>
              <a:gd name="connsiteX20" fmla="*/ 56646 w 99049"/>
              <a:gd name="connsiteY20" fmla="*/ 55529 h 70857"/>
              <a:gd name="connsiteX21" fmla="*/ 60048 w 99049"/>
              <a:gd name="connsiteY21" fmla="*/ 52128 h 70857"/>
              <a:gd name="connsiteX22" fmla="*/ 63449 w 99049"/>
              <a:gd name="connsiteY22" fmla="*/ 48726 h 70857"/>
              <a:gd name="connsiteX23" fmla="*/ 66851 w 99049"/>
              <a:gd name="connsiteY23" fmla="*/ 45324 h 70857"/>
              <a:gd name="connsiteX24" fmla="*/ 63449 w 99049"/>
              <a:gd name="connsiteY24" fmla="*/ 24913 h 70857"/>
              <a:gd name="connsiteX25" fmla="*/ 56646 w 99049"/>
              <a:gd name="connsiteY25" fmla="*/ 21511 h 70857"/>
              <a:gd name="connsiteX26" fmla="*/ 32833 w 99049"/>
              <a:gd name="connsiteY26" fmla="*/ 24913 h 70857"/>
              <a:gd name="connsiteX27" fmla="*/ 29431 w 99049"/>
              <a:gd name="connsiteY27" fmla="*/ 28315 h 70857"/>
              <a:gd name="connsiteX28" fmla="*/ 26029 w 99049"/>
              <a:gd name="connsiteY28" fmla="*/ 31717 h 70857"/>
              <a:gd name="connsiteX29" fmla="*/ 29431 w 99049"/>
              <a:gd name="connsiteY29" fmla="*/ 45324 h 70857"/>
              <a:gd name="connsiteX30" fmla="*/ 56646 w 99049"/>
              <a:gd name="connsiteY30" fmla="*/ 41922 h 70857"/>
              <a:gd name="connsiteX31" fmla="*/ 53244 w 99049"/>
              <a:gd name="connsiteY31" fmla="*/ 24913 h 70857"/>
              <a:gd name="connsiteX32" fmla="*/ 29431 w 99049"/>
              <a:gd name="connsiteY32" fmla="*/ 24913 h 70857"/>
              <a:gd name="connsiteX33" fmla="*/ 26029 w 99049"/>
              <a:gd name="connsiteY33" fmla="*/ 28315 h 70857"/>
              <a:gd name="connsiteX34" fmla="*/ 22628 w 99049"/>
              <a:gd name="connsiteY34" fmla="*/ 35119 h 70857"/>
              <a:gd name="connsiteX35" fmla="*/ 26029 w 99049"/>
              <a:gd name="connsiteY35" fmla="*/ 52128 h 70857"/>
              <a:gd name="connsiteX36" fmla="*/ 29431 w 99049"/>
              <a:gd name="connsiteY36" fmla="*/ 55529 h 70857"/>
              <a:gd name="connsiteX37" fmla="*/ 56646 w 99049"/>
              <a:gd name="connsiteY37" fmla="*/ 52128 h 70857"/>
              <a:gd name="connsiteX38" fmla="*/ 60048 w 99049"/>
              <a:gd name="connsiteY38" fmla="*/ 48726 h 70857"/>
              <a:gd name="connsiteX39" fmla="*/ 56646 w 99049"/>
              <a:gd name="connsiteY39" fmla="*/ 28315 h 70857"/>
              <a:gd name="connsiteX40" fmla="*/ 53244 w 99049"/>
              <a:gd name="connsiteY40" fmla="*/ 24913 h 70857"/>
              <a:gd name="connsiteX41" fmla="*/ 26029 w 99049"/>
              <a:gd name="connsiteY41" fmla="*/ 28315 h 70857"/>
              <a:gd name="connsiteX42" fmla="*/ 29431 w 99049"/>
              <a:gd name="connsiteY42" fmla="*/ 45324 h 70857"/>
              <a:gd name="connsiteX43" fmla="*/ 32833 w 99049"/>
              <a:gd name="connsiteY43" fmla="*/ 48726 h 70857"/>
              <a:gd name="connsiteX44" fmla="*/ 39636 w 99049"/>
              <a:gd name="connsiteY44" fmla="*/ 52128 h 70857"/>
              <a:gd name="connsiteX45" fmla="*/ 70253 w 99049"/>
              <a:gd name="connsiteY45" fmla="*/ 48726 h 70857"/>
              <a:gd name="connsiteX46" fmla="*/ 66851 w 99049"/>
              <a:gd name="connsiteY46" fmla="*/ 28315 h 70857"/>
              <a:gd name="connsiteX47" fmla="*/ 63449 w 99049"/>
              <a:gd name="connsiteY47" fmla="*/ 24913 h 70857"/>
              <a:gd name="connsiteX48" fmla="*/ 60048 w 99049"/>
              <a:gd name="connsiteY48" fmla="*/ 24913 h 70857"/>
              <a:gd name="connsiteX49" fmla="*/ 56646 w 99049"/>
              <a:gd name="connsiteY49" fmla="*/ 21511 h 70857"/>
              <a:gd name="connsiteX50" fmla="*/ 29431 w 99049"/>
              <a:gd name="connsiteY50" fmla="*/ 24913 h 70857"/>
              <a:gd name="connsiteX51" fmla="*/ 32833 w 99049"/>
              <a:gd name="connsiteY51" fmla="*/ 48726 h 70857"/>
              <a:gd name="connsiteX52" fmla="*/ 73654 w 99049"/>
              <a:gd name="connsiteY52" fmla="*/ 45324 h 70857"/>
              <a:gd name="connsiteX53" fmla="*/ 77056 w 99049"/>
              <a:gd name="connsiteY53" fmla="*/ 41922 h 70857"/>
              <a:gd name="connsiteX54" fmla="*/ 80458 w 99049"/>
              <a:gd name="connsiteY54" fmla="*/ 38521 h 70857"/>
              <a:gd name="connsiteX55" fmla="*/ 77056 w 99049"/>
              <a:gd name="connsiteY55" fmla="*/ 21511 h 70857"/>
              <a:gd name="connsiteX56" fmla="*/ 73654 w 99049"/>
              <a:gd name="connsiteY56" fmla="*/ 18110 h 70857"/>
              <a:gd name="connsiteX57" fmla="*/ 70253 w 99049"/>
              <a:gd name="connsiteY57" fmla="*/ 14708 h 70857"/>
              <a:gd name="connsiteX58" fmla="*/ 66851 w 99049"/>
              <a:gd name="connsiteY58" fmla="*/ 11306 h 70857"/>
              <a:gd name="connsiteX59" fmla="*/ 39636 w 99049"/>
              <a:gd name="connsiteY59" fmla="*/ 14708 h 70857"/>
              <a:gd name="connsiteX60" fmla="*/ 36235 w 99049"/>
              <a:gd name="connsiteY60" fmla="*/ 18110 h 70857"/>
              <a:gd name="connsiteX61" fmla="*/ 32833 w 99049"/>
              <a:gd name="connsiteY61" fmla="*/ 21511 h 70857"/>
              <a:gd name="connsiteX62" fmla="*/ 29431 w 99049"/>
              <a:gd name="connsiteY62" fmla="*/ 24913 h 70857"/>
              <a:gd name="connsiteX63" fmla="*/ 32833 w 99049"/>
              <a:gd name="connsiteY63" fmla="*/ 41922 h 70857"/>
              <a:gd name="connsiteX64" fmla="*/ 36235 w 99049"/>
              <a:gd name="connsiteY64" fmla="*/ 45324 h 70857"/>
              <a:gd name="connsiteX65" fmla="*/ 39636 w 99049"/>
              <a:gd name="connsiteY65" fmla="*/ 48726 h 70857"/>
              <a:gd name="connsiteX66" fmla="*/ 70253 w 99049"/>
              <a:gd name="connsiteY66" fmla="*/ 45324 h 70857"/>
              <a:gd name="connsiteX67" fmla="*/ 66851 w 99049"/>
              <a:gd name="connsiteY67" fmla="*/ 21511 h 70857"/>
              <a:gd name="connsiteX68" fmla="*/ 66851 w 99049"/>
              <a:gd name="connsiteY68" fmla="*/ 18110 h 70857"/>
              <a:gd name="connsiteX69" fmla="*/ 63449 w 99049"/>
              <a:gd name="connsiteY69" fmla="*/ 14708 h 70857"/>
              <a:gd name="connsiteX70" fmla="*/ 60048 w 99049"/>
              <a:gd name="connsiteY70" fmla="*/ 11306 h 70857"/>
              <a:gd name="connsiteX71" fmla="*/ 43038 w 99049"/>
              <a:gd name="connsiteY71" fmla="*/ 11306 h 70857"/>
              <a:gd name="connsiteX72" fmla="*/ 39636 w 99049"/>
              <a:gd name="connsiteY72" fmla="*/ 14708 h 70857"/>
              <a:gd name="connsiteX73" fmla="*/ 36235 w 99049"/>
              <a:gd name="connsiteY73" fmla="*/ 21511 h 70857"/>
              <a:gd name="connsiteX74" fmla="*/ 39636 w 99049"/>
              <a:gd name="connsiteY74" fmla="*/ 38521 h 70857"/>
              <a:gd name="connsiteX75" fmla="*/ 66851 w 99049"/>
              <a:gd name="connsiteY75" fmla="*/ 35119 h 70857"/>
              <a:gd name="connsiteX76" fmla="*/ 70253 w 99049"/>
              <a:gd name="connsiteY76" fmla="*/ 31717 h 70857"/>
              <a:gd name="connsiteX77" fmla="*/ 66851 w 99049"/>
              <a:gd name="connsiteY77" fmla="*/ 14708 h 70857"/>
              <a:gd name="connsiteX78" fmla="*/ 46440 w 99049"/>
              <a:gd name="connsiteY78" fmla="*/ 18110 h 70857"/>
              <a:gd name="connsiteX79" fmla="*/ 43038 w 99049"/>
              <a:gd name="connsiteY79" fmla="*/ 21511 h 70857"/>
              <a:gd name="connsiteX80" fmla="*/ 46440 w 99049"/>
              <a:gd name="connsiteY80" fmla="*/ 38521 h 70857"/>
              <a:gd name="connsiteX81" fmla="*/ 49842 w 99049"/>
              <a:gd name="connsiteY81" fmla="*/ 41922 h 70857"/>
              <a:gd name="connsiteX82" fmla="*/ 53244 w 99049"/>
              <a:gd name="connsiteY82" fmla="*/ 45324 h 70857"/>
              <a:gd name="connsiteX83" fmla="*/ 63449 w 99049"/>
              <a:gd name="connsiteY83" fmla="*/ 41922 h 70857"/>
              <a:gd name="connsiteX84" fmla="*/ 66851 w 99049"/>
              <a:gd name="connsiteY84" fmla="*/ 38521 h 70857"/>
              <a:gd name="connsiteX85" fmla="*/ 63449 w 99049"/>
              <a:gd name="connsiteY85" fmla="*/ 24913 h 70857"/>
              <a:gd name="connsiteX86" fmla="*/ 70253 w 99049"/>
              <a:gd name="connsiteY86" fmla="*/ 24913 h 7085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99049" h="70857">
                <a:moveTo>
                  <a:pt x="70253" y="24913"/>
                </a:moveTo>
                <a:cubicBezTo>
                  <a:pt x="69799" y="26047"/>
                  <a:pt x="63676" y="40561"/>
                  <a:pt x="63449" y="41922"/>
                </a:cubicBezTo>
                <a:cubicBezTo>
                  <a:pt x="63222" y="43283"/>
                  <a:pt x="66851" y="45324"/>
                  <a:pt x="66851" y="45324"/>
                </a:cubicBezTo>
                <a:cubicBezTo>
                  <a:pt x="66851" y="45324"/>
                  <a:pt x="63676" y="42376"/>
                  <a:pt x="63449" y="41922"/>
                </a:cubicBezTo>
                <a:cubicBezTo>
                  <a:pt x="63222" y="41469"/>
                  <a:pt x="63676" y="38974"/>
                  <a:pt x="63449" y="38521"/>
                </a:cubicBezTo>
                <a:cubicBezTo>
                  <a:pt x="63222" y="38067"/>
                  <a:pt x="60954" y="35573"/>
                  <a:pt x="60048" y="35119"/>
                </a:cubicBezTo>
                <a:cubicBezTo>
                  <a:pt x="59140" y="34665"/>
                  <a:pt x="50976" y="32171"/>
                  <a:pt x="49842" y="31717"/>
                </a:cubicBezTo>
                <a:cubicBezTo>
                  <a:pt x="48708" y="31263"/>
                  <a:pt x="46213" y="28315"/>
                  <a:pt x="43038" y="28315"/>
                </a:cubicBezTo>
                <a:cubicBezTo>
                  <a:pt x="39863" y="28315"/>
                  <a:pt x="4711" y="31263"/>
                  <a:pt x="2217" y="31717"/>
                </a:cubicBezTo>
                <a:cubicBezTo>
                  <a:pt x="-277" y="32171"/>
                  <a:pt x="5166" y="34665"/>
                  <a:pt x="5619" y="35119"/>
                </a:cubicBezTo>
                <a:cubicBezTo>
                  <a:pt x="6072" y="35573"/>
                  <a:pt x="7887" y="38067"/>
                  <a:pt x="9020" y="38521"/>
                </a:cubicBezTo>
                <a:cubicBezTo>
                  <a:pt x="10154" y="38974"/>
                  <a:pt x="20133" y="41922"/>
                  <a:pt x="22628" y="41922"/>
                </a:cubicBezTo>
                <a:cubicBezTo>
                  <a:pt x="25122" y="41922"/>
                  <a:pt x="44626" y="38974"/>
                  <a:pt x="46440" y="38521"/>
                </a:cubicBezTo>
                <a:cubicBezTo>
                  <a:pt x="48254" y="38067"/>
                  <a:pt x="49842" y="35799"/>
                  <a:pt x="49842" y="35119"/>
                </a:cubicBezTo>
                <a:cubicBezTo>
                  <a:pt x="49842" y="34438"/>
                  <a:pt x="47120" y="28543"/>
                  <a:pt x="46440" y="28315"/>
                </a:cubicBezTo>
                <a:cubicBezTo>
                  <a:pt x="45760" y="28088"/>
                  <a:pt x="40544" y="31263"/>
                  <a:pt x="39636" y="31717"/>
                </a:cubicBezTo>
                <a:cubicBezTo>
                  <a:pt x="38729" y="32171"/>
                  <a:pt x="33514" y="34665"/>
                  <a:pt x="32833" y="35119"/>
                </a:cubicBezTo>
                <a:cubicBezTo>
                  <a:pt x="32152" y="35573"/>
                  <a:pt x="29431" y="36933"/>
                  <a:pt x="29431" y="38521"/>
                </a:cubicBezTo>
                <a:cubicBezTo>
                  <a:pt x="29431" y="40108"/>
                  <a:pt x="31245" y="57571"/>
                  <a:pt x="32833" y="58931"/>
                </a:cubicBezTo>
                <a:cubicBezTo>
                  <a:pt x="34420" y="60291"/>
                  <a:pt x="51656" y="59158"/>
                  <a:pt x="53244" y="58931"/>
                </a:cubicBezTo>
                <a:cubicBezTo>
                  <a:pt x="54832" y="58705"/>
                  <a:pt x="56192" y="55983"/>
                  <a:pt x="56646" y="55529"/>
                </a:cubicBezTo>
                <a:cubicBezTo>
                  <a:pt x="57100" y="55076"/>
                  <a:pt x="59594" y="52581"/>
                  <a:pt x="60048" y="52128"/>
                </a:cubicBezTo>
                <a:cubicBezTo>
                  <a:pt x="60501" y="51675"/>
                  <a:pt x="62996" y="49179"/>
                  <a:pt x="63449" y="48726"/>
                </a:cubicBezTo>
                <a:cubicBezTo>
                  <a:pt x="63902" y="48273"/>
                  <a:pt x="66851" y="46911"/>
                  <a:pt x="66851" y="45324"/>
                </a:cubicBezTo>
                <a:cubicBezTo>
                  <a:pt x="66851" y="43736"/>
                  <a:pt x="64129" y="26501"/>
                  <a:pt x="63449" y="24913"/>
                </a:cubicBezTo>
                <a:cubicBezTo>
                  <a:pt x="62769" y="23326"/>
                  <a:pt x="58687" y="21511"/>
                  <a:pt x="56646" y="21511"/>
                </a:cubicBezTo>
                <a:cubicBezTo>
                  <a:pt x="54605" y="21511"/>
                  <a:pt x="34647" y="24460"/>
                  <a:pt x="32833" y="24913"/>
                </a:cubicBezTo>
                <a:cubicBezTo>
                  <a:pt x="31018" y="25367"/>
                  <a:pt x="29884" y="27862"/>
                  <a:pt x="29431" y="28315"/>
                </a:cubicBezTo>
                <a:cubicBezTo>
                  <a:pt x="28977" y="28769"/>
                  <a:pt x="26029" y="30582"/>
                  <a:pt x="26029" y="31717"/>
                </a:cubicBezTo>
                <a:cubicBezTo>
                  <a:pt x="26029" y="32851"/>
                  <a:pt x="27390" y="44643"/>
                  <a:pt x="29431" y="45324"/>
                </a:cubicBezTo>
                <a:cubicBezTo>
                  <a:pt x="31472" y="46005"/>
                  <a:pt x="55058" y="43283"/>
                  <a:pt x="56646" y="41922"/>
                </a:cubicBezTo>
                <a:cubicBezTo>
                  <a:pt x="58234" y="40561"/>
                  <a:pt x="55058" y="26047"/>
                  <a:pt x="53244" y="24913"/>
                </a:cubicBezTo>
                <a:cubicBezTo>
                  <a:pt x="51430" y="23779"/>
                  <a:pt x="31245" y="24687"/>
                  <a:pt x="29431" y="24913"/>
                </a:cubicBezTo>
                <a:cubicBezTo>
                  <a:pt x="27616" y="25140"/>
                  <a:pt x="26483" y="27635"/>
                  <a:pt x="26029" y="28315"/>
                </a:cubicBezTo>
                <a:cubicBezTo>
                  <a:pt x="25576" y="28996"/>
                  <a:pt x="22628" y="33531"/>
                  <a:pt x="22628" y="35119"/>
                </a:cubicBezTo>
                <a:cubicBezTo>
                  <a:pt x="22628" y="36706"/>
                  <a:pt x="25576" y="50767"/>
                  <a:pt x="26029" y="52128"/>
                </a:cubicBezTo>
                <a:cubicBezTo>
                  <a:pt x="26483" y="53489"/>
                  <a:pt x="27390" y="55529"/>
                  <a:pt x="29431" y="55529"/>
                </a:cubicBezTo>
                <a:cubicBezTo>
                  <a:pt x="31472" y="55529"/>
                  <a:pt x="54605" y="52581"/>
                  <a:pt x="56646" y="52128"/>
                </a:cubicBezTo>
                <a:cubicBezTo>
                  <a:pt x="58687" y="51675"/>
                  <a:pt x="60048" y="50313"/>
                  <a:pt x="60048" y="48726"/>
                </a:cubicBezTo>
                <a:cubicBezTo>
                  <a:pt x="60048" y="47138"/>
                  <a:pt x="57100" y="29903"/>
                  <a:pt x="56646" y="28315"/>
                </a:cubicBezTo>
                <a:cubicBezTo>
                  <a:pt x="56192" y="26728"/>
                  <a:pt x="55285" y="24913"/>
                  <a:pt x="53244" y="24913"/>
                </a:cubicBezTo>
                <a:cubicBezTo>
                  <a:pt x="51203" y="24913"/>
                  <a:pt x="27617" y="26955"/>
                  <a:pt x="26029" y="28315"/>
                </a:cubicBezTo>
                <a:cubicBezTo>
                  <a:pt x="24442" y="29677"/>
                  <a:pt x="28977" y="43963"/>
                  <a:pt x="29431" y="45324"/>
                </a:cubicBezTo>
                <a:cubicBezTo>
                  <a:pt x="29884" y="46685"/>
                  <a:pt x="32152" y="48273"/>
                  <a:pt x="32833" y="48726"/>
                </a:cubicBezTo>
                <a:cubicBezTo>
                  <a:pt x="33514" y="49179"/>
                  <a:pt x="37141" y="52128"/>
                  <a:pt x="39636" y="52128"/>
                </a:cubicBezTo>
                <a:cubicBezTo>
                  <a:pt x="42132" y="52128"/>
                  <a:pt x="68440" y="50313"/>
                  <a:pt x="70253" y="48726"/>
                </a:cubicBezTo>
                <a:cubicBezTo>
                  <a:pt x="72067" y="47138"/>
                  <a:pt x="67305" y="29903"/>
                  <a:pt x="66851" y="28315"/>
                </a:cubicBezTo>
                <a:cubicBezTo>
                  <a:pt x="66397" y="26728"/>
                  <a:pt x="63902" y="25140"/>
                  <a:pt x="63449" y="24913"/>
                </a:cubicBezTo>
                <a:cubicBezTo>
                  <a:pt x="62996" y="24687"/>
                  <a:pt x="60501" y="25140"/>
                  <a:pt x="60048" y="24913"/>
                </a:cubicBezTo>
                <a:cubicBezTo>
                  <a:pt x="59594" y="24687"/>
                  <a:pt x="58687" y="21511"/>
                  <a:pt x="56646" y="21511"/>
                </a:cubicBezTo>
                <a:cubicBezTo>
                  <a:pt x="54605" y="21511"/>
                  <a:pt x="31018" y="23099"/>
                  <a:pt x="29431" y="24913"/>
                </a:cubicBezTo>
                <a:cubicBezTo>
                  <a:pt x="27843" y="26728"/>
                  <a:pt x="29884" y="47365"/>
                  <a:pt x="32833" y="48726"/>
                </a:cubicBezTo>
                <a:cubicBezTo>
                  <a:pt x="35782" y="50087"/>
                  <a:pt x="70706" y="45777"/>
                  <a:pt x="73654" y="45324"/>
                </a:cubicBezTo>
                <a:cubicBezTo>
                  <a:pt x="76603" y="44871"/>
                  <a:pt x="76603" y="42376"/>
                  <a:pt x="77056" y="41922"/>
                </a:cubicBezTo>
                <a:cubicBezTo>
                  <a:pt x="77510" y="41469"/>
                  <a:pt x="80458" y="39882"/>
                  <a:pt x="80458" y="38521"/>
                </a:cubicBezTo>
                <a:cubicBezTo>
                  <a:pt x="80458" y="37160"/>
                  <a:pt x="77510" y="22872"/>
                  <a:pt x="77056" y="21511"/>
                </a:cubicBezTo>
                <a:cubicBezTo>
                  <a:pt x="76603" y="20151"/>
                  <a:pt x="74108" y="18563"/>
                  <a:pt x="73654" y="18110"/>
                </a:cubicBezTo>
                <a:cubicBezTo>
                  <a:pt x="73201" y="17656"/>
                  <a:pt x="70707" y="15162"/>
                  <a:pt x="70253" y="14708"/>
                </a:cubicBezTo>
                <a:cubicBezTo>
                  <a:pt x="69799" y="14255"/>
                  <a:pt x="68892" y="11306"/>
                  <a:pt x="66851" y="11306"/>
                </a:cubicBezTo>
                <a:cubicBezTo>
                  <a:pt x="64810" y="11306"/>
                  <a:pt x="41677" y="14255"/>
                  <a:pt x="39636" y="14708"/>
                </a:cubicBezTo>
                <a:cubicBezTo>
                  <a:pt x="37596" y="15162"/>
                  <a:pt x="36689" y="17656"/>
                  <a:pt x="36235" y="18110"/>
                </a:cubicBezTo>
                <a:cubicBezTo>
                  <a:pt x="35781" y="18563"/>
                  <a:pt x="33287" y="21058"/>
                  <a:pt x="32833" y="21511"/>
                </a:cubicBezTo>
                <a:cubicBezTo>
                  <a:pt x="32379" y="21965"/>
                  <a:pt x="29431" y="23553"/>
                  <a:pt x="29431" y="24913"/>
                </a:cubicBezTo>
                <a:cubicBezTo>
                  <a:pt x="29431" y="26275"/>
                  <a:pt x="32379" y="40561"/>
                  <a:pt x="32833" y="41922"/>
                </a:cubicBezTo>
                <a:cubicBezTo>
                  <a:pt x="33287" y="43283"/>
                  <a:pt x="35781" y="44871"/>
                  <a:pt x="36235" y="45324"/>
                </a:cubicBezTo>
                <a:cubicBezTo>
                  <a:pt x="36689" y="45777"/>
                  <a:pt x="37368" y="48726"/>
                  <a:pt x="39636" y="48726"/>
                </a:cubicBezTo>
                <a:cubicBezTo>
                  <a:pt x="41904" y="48726"/>
                  <a:pt x="68440" y="47138"/>
                  <a:pt x="70253" y="45324"/>
                </a:cubicBezTo>
                <a:cubicBezTo>
                  <a:pt x="72067" y="43509"/>
                  <a:pt x="67078" y="23326"/>
                  <a:pt x="66851" y="21511"/>
                </a:cubicBezTo>
                <a:cubicBezTo>
                  <a:pt x="66624" y="19697"/>
                  <a:pt x="67078" y="18563"/>
                  <a:pt x="66851" y="18110"/>
                </a:cubicBezTo>
                <a:cubicBezTo>
                  <a:pt x="66624" y="17656"/>
                  <a:pt x="63902" y="15162"/>
                  <a:pt x="63449" y="14708"/>
                </a:cubicBezTo>
                <a:cubicBezTo>
                  <a:pt x="62996" y="14255"/>
                  <a:pt x="61408" y="11533"/>
                  <a:pt x="60048" y="11306"/>
                </a:cubicBezTo>
                <a:cubicBezTo>
                  <a:pt x="58687" y="11079"/>
                  <a:pt x="44398" y="11079"/>
                  <a:pt x="43038" y="11306"/>
                </a:cubicBezTo>
                <a:cubicBezTo>
                  <a:pt x="41678" y="11533"/>
                  <a:pt x="40090" y="14028"/>
                  <a:pt x="39636" y="14708"/>
                </a:cubicBezTo>
                <a:cubicBezTo>
                  <a:pt x="39183" y="15389"/>
                  <a:pt x="36235" y="19923"/>
                  <a:pt x="36235" y="21511"/>
                </a:cubicBezTo>
                <a:cubicBezTo>
                  <a:pt x="36235" y="23099"/>
                  <a:pt x="37596" y="37613"/>
                  <a:pt x="39636" y="38521"/>
                </a:cubicBezTo>
                <a:cubicBezTo>
                  <a:pt x="41677" y="39428"/>
                  <a:pt x="64810" y="35573"/>
                  <a:pt x="66851" y="35119"/>
                </a:cubicBezTo>
                <a:cubicBezTo>
                  <a:pt x="68892" y="34665"/>
                  <a:pt x="70253" y="33077"/>
                  <a:pt x="70253" y="31717"/>
                </a:cubicBezTo>
                <a:cubicBezTo>
                  <a:pt x="70253" y="30355"/>
                  <a:pt x="68439" y="15615"/>
                  <a:pt x="66851" y="14708"/>
                </a:cubicBezTo>
                <a:cubicBezTo>
                  <a:pt x="65264" y="13801"/>
                  <a:pt x="48027" y="17656"/>
                  <a:pt x="46440" y="18110"/>
                </a:cubicBezTo>
                <a:cubicBezTo>
                  <a:pt x="44853" y="18563"/>
                  <a:pt x="43038" y="20151"/>
                  <a:pt x="43038" y="21511"/>
                </a:cubicBezTo>
                <a:cubicBezTo>
                  <a:pt x="43038" y="22872"/>
                  <a:pt x="45987" y="37160"/>
                  <a:pt x="46440" y="38521"/>
                </a:cubicBezTo>
                <a:cubicBezTo>
                  <a:pt x="46894" y="39882"/>
                  <a:pt x="49388" y="41469"/>
                  <a:pt x="49842" y="41922"/>
                </a:cubicBezTo>
                <a:cubicBezTo>
                  <a:pt x="50295" y="42376"/>
                  <a:pt x="52337" y="45324"/>
                  <a:pt x="53244" y="45324"/>
                </a:cubicBezTo>
                <a:cubicBezTo>
                  <a:pt x="54151" y="45324"/>
                  <a:pt x="62542" y="42376"/>
                  <a:pt x="63449" y="41922"/>
                </a:cubicBezTo>
                <a:cubicBezTo>
                  <a:pt x="64356" y="41469"/>
                  <a:pt x="66851" y="39655"/>
                  <a:pt x="66851" y="38521"/>
                </a:cubicBezTo>
                <a:cubicBezTo>
                  <a:pt x="66851" y="37387"/>
                  <a:pt x="63449" y="25367"/>
                  <a:pt x="63449" y="24913"/>
                </a:cubicBezTo>
                <a:cubicBezTo>
                  <a:pt x="63449" y="24459"/>
                  <a:pt x="66624" y="31263"/>
                  <a:pt x="70253" y="24913"/>
                </a:cubicBezTo>
                <a:close/>
              </a:path>
            </a:pathLst>
          </a:custGeom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0" name=""/>
          <p:cNvSpPr/>
          <p:nvPr/>
        </p:nvSpPr>
        <p:spPr>
          <a:xfrm>
            <a:off x="6098799" y="7547276"/>
            <a:ext cx="242602" cy="44171"/>
          </a:xfrm>
          <a:custGeom>
            <a:avLst/>
            <a:gdLst>
              <a:gd name="connsiteX0" fmla="*/ 31218 w 242602"/>
              <a:gd name="connsiteY0" fmla="*/ 27006 h 44171"/>
              <a:gd name="connsiteX1" fmla="*/ 143477 w 242602"/>
              <a:gd name="connsiteY1" fmla="*/ 30407 h 44171"/>
              <a:gd name="connsiteX2" fmla="*/ 218316 w 242602"/>
              <a:gd name="connsiteY2" fmla="*/ 33809 h 44171"/>
              <a:gd name="connsiteX3" fmla="*/ 204709 w 242602"/>
              <a:gd name="connsiteY3" fmla="*/ 30407 h 44171"/>
              <a:gd name="connsiteX4" fmla="*/ 187700 w 242602"/>
              <a:gd name="connsiteY4" fmla="*/ 30407 h 44171"/>
              <a:gd name="connsiteX5" fmla="*/ 184298 w 242602"/>
              <a:gd name="connsiteY5" fmla="*/ 27006 h 44171"/>
              <a:gd name="connsiteX6" fmla="*/ 78843 w 242602"/>
              <a:gd name="connsiteY6" fmla="*/ 23604 h 44171"/>
              <a:gd name="connsiteX7" fmla="*/ 72040 w 242602"/>
              <a:gd name="connsiteY7" fmla="*/ 27006 h 44171"/>
              <a:gd name="connsiteX8" fmla="*/ 102656 w 242602"/>
              <a:gd name="connsiteY8" fmla="*/ 27006 h 44171"/>
              <a:gd name="connsiteX9" fmla="*/ 106058 w 242602"/>
              <a:gd name="connsiteY9" fmla="*/ 30407 h 44171"/>
              <a:gd name="connsiteX10" fmla="*/ 170692 w 242602"/>
              <a:gd name="connsiteY10" fmla="*/ 33809 h 44171"/>
              <a:gd name="connsiteX11" fmla="*/ 194504 w 242602"/>
              <a:gd name="connsiteY11" fmla="*/ 37211 h 44171"/>
              <a:gd name="connsiteX12" fmla="*/ 109459 w 242602"/>
              <a:gd name="connsiteY12" fmla="*/ 37211 h 44171"/>
              <a:gd name="connsiteX13" fmla="*/ 112861 w 242602"/>
              <a:gd name="connsiteY13" fmla="*/ 40613 h 44171"/>
              <a:gd name="connsiteX14" fmla="*/ 194504 w 242602"/>
              <a:gd name="connsiteY14" fmla="*/ 40613 h 44171"/>
              <a:gd name="connsiteX15" fmla="*/ 197906 w 242602"/>
              <a:gd name="connsiteY15" fmla="*/ 37211 h 44171"/>
              <a:gd name="connsiteX16" fmla="*/ 218316 w 242602"/>
              <a:gd name="connsiteY16" fmla="*/ 33809 h 44171"/>
              <a:gd name="connsiteX17" fmla="*/ 228522 w 242602"/>
              <a:gd name="connsiteY17" fmla="*/ 30407 h 44171"/>
              <a:gd name="connsiteX18" fmla="*/ 231923 w 242602"/>
              <a:gd name="connsiteY18" fmla="*/ 27006 h 44171"/>
              <a:gd name="connsiteX19" fmla="*/ 41423 w 242602"/>
              <a:gd name="connsiteY19" fmla="*/ 30407 h 44171"/>
              <a:gd name="connsiteX20" fmla="*/ 82245 w 242602"/>
              <a:gd name="connsiteY20" fmla="*/ 33809 h 44171"/>
              <a:gd name="connsiteX21" fmla="*/ 109459 w 242602"/>
              <a:gd name="connsiteY21" fmla="*/ 37211 h 44171"/>
              <a:gd name="connsiteX22" fmla="*/ 85647 w 242602"/>
              <a:gd name="connsiteY22" fmla="*/ 40613 h 44171"/>
              <a:gd name="connsiteX23" fmla="*/ 68638 w 242602"/>
              <a:gd name="connsiteY23" fmla="*/ 44015 h 44171"/>
              <a:gd name="connsiteX24" fmla="*/ 24414 w 242602"/>
              <a:gd name="connsiteY24" fmla="*/ 40613 h 44171"/>
              <a:gd name="connsiteX25" fmla="*/ 68638 w 242602"/>
              <a:gd name="connsiteY25" fmla="*/ 37211 h 44171"/>
              <a:gd name="connsiteX26" fmla="*/ 51629 w 242602"/>
              <a:gd name="connsiteY26" fmla="*/ 33809 h 44171"/>
              <a:gd name="connsiteX27" fmla="*/ 61834 w 242602"/>
              <a:gd name="connsiteY27" fmla="*/ 33809 h 44171"/>
              <a:gd name="connsiteX28" fmla="*/ 65236 w 242602"/>
              <a:gd name="connsiteY28" fmla="*/ 30407 h 44171"/>
              <a:gd name="connsiteX29" fmla="*/ 75442 w 242602"/>
              <a:gd name="connsiteY29" fmla="*/ 30407 h 44171"/>
              <a:gd name="connsiteX30" fmla="*/ 78843 w 242602"/>
              <a:gd name="connsiteY30" fmla="*/ 27006 h 44171"/>
              <a:gd name="connsiteX31" fmla="*/ 75442 w 242602"/>
              <a:gd name="connsiteY31" fmla="*/ 30407 h 44171"/>
              <a:gd name="connsiteX32" fmla="*/ 95852 w 242602"/>
              <a:gd name="connsiteY32" fmla="*/ 33809 h 44171"/>
              <a:gd name="connsiteX33" fmla="*/ 133272 w 242602"/>
              <a:gd name="connsiteY33" fmla="*/ 37211 h 44171"/>
              <a:gd name="connsiteX34" fmla="*/ 174093 w 242602"/>
              <a:gd name="connsiteY34" fmla="*/ 37211 h 44171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42602" h="44171">
                <a:moveTo>
                  <a:pt x="31218" y="27006"/>
                </a:moveTo>
                <a:cubicBezTo>
                  <a:pt x="38702" y="27233"/>
                  <a:pt x="131004" y="29954"/>
                  <a:pt x="143477" y="30407"/>
                </a:cubicBezTo>
                <a:cubicBezTo>
                  <a:pt x="155950" y="30861"/>
                  <a:pt x="214235" y="33809"/>
                  <a:pt x="218316" y="33809"/>
                </a:cubicBezTo>
                <a:cubicBezTo>
                  <a:pt x="222398" y="33809"/>
                  <a:pt x="206750" y="30634"/>
                  <a:pt x="204709" y="30407"/>
                </a:cubicBezTo>
                <a:cubicBezTo>
                  <a:pt x="202668" y="30181"/>
                  <a:pt x="189061" y="30634"/>
                  <a:pt x="187700" y="30407"/>
                </a:cubicBezTo>
                <a:cubicBezTo>
                  <a:pt x="186340" y="30181"/>
                  <a:pt x="191555" y="27459"/>
                  <a:pt x="184298" y="27006"/>
                </a:cubicBezTo>
                <a:cubicBezTo>
                  <a:pt x="177041" y="26552"/>
                  <a:pt x="86327" y="23604"/>
                  <a:pt x="78843" y="23604"/>
                </a:cubicBezTo>
                <a:cubicBezTo>
                  <a:pt x="71359" y="23604"/>
                  <a:pt x="70452" y="26779"/>
                  <a:pt x="72040" y="27006"/>
                </a:cubicBezTo>
                <a:cubicBezTo>
                  <a:pt x="73628" y="27233"/>
                  <a:pt x="100388" y="26779"/>
                  <a:pt x="102656" y="27006"/>
                </a:cubicBezTo>
                <a:cubicBezTo>
                  <a:pt x="104924" y="27233"/>
                  <a:pt x="101522" y="29954"/>
                  <a:pt x="106058" y="30407"/>
                </a:cubicBezTo>
                <a:cubicBezTo>
                  <a:pt x="110594" y="30861"/>
                  <a:pt x="164796" y="33356"/>
                  <a:pt x="170692" y="33809"/>
                </a:cubicBezTo>
                <a:cubicBezTo>
                  <a:pt x="176588" y="34263"/>
                  <a:pt x="198586" y="36985"/>
                  <a:pt x="194504" y="37211"/>
                </a:cubicBezTo>
                <a:cubicBezTo>
                  <a:pt x="190421" y="37438"/>
                  <a:pt x="114902" y="36985"/>
                  <a:pt x="109459" y="37211"/>
                </a:cubicBezTo>
                <a:cubicBezTo>
                  <a:pt x="104016" y="37438"/>
                  <a:pt x="107191" y="40386"/>
                  <a:pt x="112861" y="40613"/>
                </a:cubicBezTo>
                <a:cubicBezTo>
                  <a:pt x="118530" y="40839"/>
                  <a:pt x="188834" y="40839"/>
                  <a:pt x="194504" y="40613"/>
                </a:cubicBezTo>
                <a:cubicBezTo>
                  <a:pt x="200173" y="40386"/>
                  <a:pt x="196318" y="37665"/>
                  <a:pt x="197906" y="37211"/>
                </a:cubicBezTo>
                <a:cubicBezTo>
                  <a:pt x="199493" y="36758"/>
                  <a:pt x="216275" y="34263"/>
                  <a:pt x="218316" y="33809"/>
                </a:cubicBezTo>
                <a:cubicBezTo>
                  <a:pt x="220358" y="33356"/>
                  <a:pt x="227615" y="30861"/>
                  <a:pt x="228522" y="30407"/>
                </a:cubicBezTo>
                <a:cubicBezTo>
                  <a:pt x="229428" y="29954"/>
                  <a:pt x="244396" y="27006"/>
                  <a:pt x="231923" y="27006"/>
                </a:cubicBezTo>
                <a:cubicBezTo>
                  <a:pt x="219450" y="27006"/>
                  <a:pt x="51402" y="29954"/>
                  <a:pt x="41423" y="30407"/>
                </a:cubicBezTo>
                <a:cubicBezTo>
                  <a:pt x="31445" y="30861"/>
                  <a:pt x="77710" y="33356"/>
                  <a:pt x="82245" y="33809"/>
                </a:cubicBezTo>
                <a:cubicBezTo>
                  <a:pt x="86781" y="34263"/>
                  <a:pt x="109232" y="36758"/>
                  <a:pt x="109459" y="37211"/>
                </a:cubicBezTo>
                <a:cubicBezTo>
                  <a:pt x="109686" y="37665"/>
                  <a:pt x="88368" y="40159"/>
                  <a:pt x="85647" y="40613"/>
                </a:cubicBezTo>
                <a:cubicBezTo>
                  <a:pt x="82926" y="41066"/>
                  <a:pt x="72720" y="44015"/>
                  <a:pt x="68638" y="44015"/>
                </a:cubicBezTo>
                <a:cubicBezTo>
                  <a:pt x="64556" y="44015"/>
                  <a:pt x="24414" y="41066"/>
                  <a:pt x="24414" y="40613"/>
                </a:cubicBezTo>
                <a:cubicBezTo>
                  <a:pt x="24414" y="40159"/>
                  <a:pt x="66824" y="37665"/>
                  <a:pt x="68638" y="37211"/>
                </a:cubicBezTo>
                <a:cubicBezTo>
                  <a:pt x="70452" y="36758"/>
                  <a:pt x="52083" y="34036"/>
                  <a:pt x="51629" y="33809"/>
                </a:cubicBezTo>
                <a:cubicBezTo>
                  <a:pt x="51175" y="33583"/>
                  <a:pt x="60927" y="34036"/>
                  <a:pt x="61834" y="33809"/>
                </a:cubicBezTo>
                <a:cubicBezTo>
                  <a:pt x="62742" y="33583"/>
                  <a:pt x="64328" y="30634"/>
                  <a:pt x="65236" y="30407"/>
                </a:cubicBezTo>
                <a:cubicBezTo>
                  <a:pt x="66143" y="30181"/>
                  <a:pt x="74534" y="30634"/>
                  <a:pt x="75442" y="30407"/>
                </a:cubicBezTo>
                <a:cubicBezTo>
                  <a:pt x="76348" y="30181"/>
                  <a:pt x="78843" y="27006"/>
                  <a:pt x="78843" y="27006"/>
                </a:cubicBezTo>
                <a:cubicBezTo>
                  <a:pt x="78843" y="27006"/>
                  <a:pt x="74308" y="29954"/>
                  <a:pt x="75442" y="30407"/>
                </a:cubicBezTo>
                <a:cubicBezTo>
                  <a:pt x="76575" y="30861"/>
                  <a:pt x="91997" y="33356"/>
                  <a:pt x="95852" y="33809"/>
                </a:cubicBezTo>
                <a:cubicBezTo>
                  <a:pt x="99707" y="34263"/>
                  <a:pt x="128055" y="36985"/>
                  <a:pt x="133272" y="37211"/>
                </a:cubicBezTo>
                <a:cubicBezTo>
                  <a:pt x="138488" y="37438"/>
                  <a:pt x="171371" y="37211"/>
                  <a:pt x="174093" y="37211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1" name=""/>
          <p:cNvSpPr/>
          <p:nvPr/>
        </p:nvSpPr>
        <p:spPr>
          <a:xfrm>
            <a:off x="5927540" y="7561064"/>
            <a:ext cx="125648" cy="27384"/>
          </a:xfrm>
          <a:custGeom>
            <a:avLst/>
            <a:gdLst>
              <a:gd name="connsiteX0" fmla="*/ 86817 w 125648"/>
              <a:gd name="connsiteY0" fmla="*/ 6414 h 27384"/>
              <a:gd name="connsiteX1" fmla="*/ 69807 w 125648"/>
              <a:gd name="connsiteY1" fmla="*/ 9816 h 27384"/>
              <a:gd name="connsiteX2" fmla="*/ 97022 w 125648"/>
              <a:gd name="connsiteY2" fmla="*/ 6414 h 27384"/>
              <a:gd name="connsiteX3" fmla="*/ 80013 w 125648"/>
              <a:gd name="connsiteY3" fmla="*/ 3012 h 27384"/>
              <a:gd name="connsiteX4" fmla="*/ 42593 w 125648"/>
              <a:gd name="connsiteY4" fmla="*/ -388 h 27384"/>
              <a:gd name="connsiteX5" fmla="*/ 97022 w 125648"/>
              <a:gd name="connsiteY5" fmla="*/ 3012 h 27384"/>
              <a:gd name="connsiteX6" fmla="*/ 80013 w 125648"/>
              <a:gd name="connsiteY6" fmla="*/ 6414 h 27384"/>
              <a:gd name="connsiteX7" fmla="*/ 86817 w 125648"/>
              <a:gd name="connsiteY7" fmla="*/ 9816 h 27384"/>
              <a:gd name="connsiteX8" fmla="*/ 110629 w 125648"/>
              <a:gd name="connsiteY8" fmla="*/ 13218 h 27384"/>
              <a:gd name="connsiteX9" fmla="*/ 97022 w 125648"/>
              <a:gd name="connsiteY9" fmla="*/ 16620 h 27384"/>
              <a:gd name="connsiteX10" fmla="*/ 93620 w 125648"/>
              <a:gd name="connsiteY10" fmla="*/ 20022 h 27384"/>
              <a:gd name="connsiteX11" fmla="*/ 97022 w 125648"/>
              <a:gd name="connsiteY11" fmla="*/ 23424 h 27384"/>
              <a:gd name="connsiteX12" fmla="*/ 93620 w 125648"/>
              <a:gd name="connsiteY12" fmla="*/ 26825 h 27384"/>
              <a:gd name="connsiteX13" fmla="*/ 90218 w 125648"/>
              <a:gd name="connsiteY13" fmla="*/ 26825 h 2738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5648" h="27384">
                <a:moveTo>
                  <a:pt x="86817" y="6414"/>
                </a:moveTo>
                <a:cubicBezTo>
                  <a:pt x="85683" y="6641"/>
                  <a:pt x="69127" y="9816"/>
                  <a:pt x="69807" y="9816"/>
                </a:cubicBezTo>
                <a:cubicBezTo>
                  <a:pt x="70488" y="9816"/>
                  <a:pt x="96341" y="6868"/>
                  <a:pt x="97022" y="6414"/>
                </a:cubicBezTo>
                <a:cubicBezTo>
                  <a:pt x="97702" y="5960"/>
                  <a:pt x="83641" y="3466"/>
                  <a:pt x="80013" y="3012"/>
                </a:cubicBezTo>
                <a:cubicBezTo>
                  <a:pt x="76383" y="2558"/>
                  <a:pt x="41459" y="-388"/>
                  <a:pt x="42593" y="-388"/>
                </a:cubicBezTo>
                <a:cubicBezTo>
                  <a:pt x="43727" y="-388"/>
                  <a:pt x="94527" y="2558"/>
                  <a:pt x="97022" y="3012"/>
                </a:cubicBezTo>
                <a:cubicBezTo>
                  <a:pt x="99517" y="3466"/>
                  <a:pt x="80693" y="5960"/>
                  <a:pt x="80013" y="6414"/>
                </a:cubicBezTo>
                <a:cubicBezTo>
                  <a:pt x="79331" y="6868"/>
                  <a:pt x="84775" y="9363"/>
                  <a:pt x="86817" y="9816"/>
                </a:cubicBezTo>
                <a:cubicBezTo>
                  <a:pt x="88858" y="10270"/>
                  <a:pt x="109949" y="12764"/>
                  <a:pt x="110629" y="13218"/>
                </a:cubicBezTo>
                <a:cubicBezTo>
                  <a:pt x="111310" y="13672"/>
                  <a:pt x="98155" y="16166"/>
                  <a:pt x="97022" y="16620"/>
                </a:cubicBezTo>
                <a:cubicBezTo>
                  <a:pt x="95888" y="17073"/>
                  <a:pt x="93620" y="19568"/>
                  <a:pt x="93620" y="20022"/>
                </a:cubicBezTo>
                <a:cubicBezTo>
                  <a:pt x="93620" y="20475"/>
                  <a:pt x="97022" y="22970"/>
                  <a:pt x="97022" y="23424"/>
                </a:cubicBezTo>
                <a:cubicBezTo>
                  <a:pt x="97022" y="23878"/>
                  <a:pt x="94073" y="26598"/>
                  <a:pt x="93620" y="26825"/>
                </a:cubicBezTo>
                <a:cubicBezTo>
                  <a:pt x="93166" y="27052"/>
                  <a:pt x="90445" y="26825"/>
                  <a:pt x="90218" y="26825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f9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3000"/>
            </a:blip>
            <a:stretch>
              <a:fillRect/>
            </a:stretch>
          </a:blip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 rot="0">
            <a:off x="876300" y="730372"/>
            <a:ext cx="16535400" cy="8826256"/>
            <a:chOff x="0" y="0"/>
            <a:chExt cx="4355002" cy="23246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algn="ctr">
                <a:lnSpc>
                  <a:spcPts val="2520"/>
                </a:lnSpc>
                <a:defRPr/>
              </a:pPr>
              <a:endParaRPr lang="ko-KR" altLang="en-US"/>
            </a:p>
          </p:txBody>
        </p:sp>
      </p:grpSp>
      <p:sp>
        <p:nvSpPr>
          <p:cNvPr id="6" name="AutoShape 6"/>
          <p:cNvSpPr/>
          <p:nvPr/>
        </p:nvSpPr>
        <p:spPr>
          <a:xfrm>
            <a:off x="1875196" y="3192092"/>
            <a:ext cx="14537608" cy="0"/>
          </a:xfrm>
          <a:prstGeom prst="line">
            <a:avLst/>
          </a:prstGeom>
          <a:ln w="9525" cap="flat">
            <a:solidFill>
              <a:srgbClr val="7f90d4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737975" y="3415930"/>
            <a:ext cx="9096284" cy="5708866"/>
          </a:xfrm>
          <a:custGeom>
            <a:avLst/>
            <a:gdLst/>
            <a:rect l="l" t="t" r="r" b="b"/>
            <a:pathLst>
              <a:path w="9096284" h="5708866">
                <a:moveTo>
                  <a:pt x="0" y="0"/>
                </a:moveTo>
                <a:lnTo>
                  <a:pt x="9096284" y="0"/>
                </a:lnTo>
                <a:lnTo>
                  <a:pt x="9096284" y="5708865"/>
                </a:lnTo>
                <a:lnTo>
                  <a:pt x="0" y="5708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2014804" y="1694012"/>
            <a:ext cx="2525890" cy="131588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</a:t>
            </a:r>
            <a:r>
              <a:rPr lang="en-US" altLang="ko-KR" sz="7399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4</a:t>
            </a:r>
            <a:endParaRPr lang="en-US" altLang="ko-KR" sz="7399">
              <a:solidFill>
                <a:srgbClr val="7f90d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411099" y="1694012"/>
            <a:ext cx="7637901" cy="131588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ko-KR" altLang="en-US" sz="739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감속 모듈 기능</a:t>
            </a:r>
            <a:endParaRPr lang="ko-KR" altLang="en-US" sz="7399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008608" y="2333432"/>
            <a:ext cx="5248366" cy="52406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26"/>
              </a:lnSpc>
              <a:spcBef>
                <a:spcPct val="0"/>
              </a:spcBef>
              <a:defRPr/>
            </a:pPr>
            <a:endParaRPr lang="en-US" sz="3019">
              <a:solidFill>
                <a:srgbClr val="54545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15" name=""/>
          <p:cNvSpPr/>
          <p:nvPr/>
        </p:nvSpPr>
        <p:spPr>
          <a:xfrm>
            <a:off x="4419600" y="6591300"/>
            <a:ext cx="1371600" cy="381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"/>
          <p:cNvSpPr/>
          <p:nvPr/>
        </p:nvSpPr>
        <p:spPr>
          <a:xfrm>
            <a:off x="4038600" y="6591300"/>
            <a:ext cx="304800" cy="381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"/>
          <p:cNvSpPr/>
          <p:nvPr/>
        </p:nvSpPr>
        <p:spPr>
          <a:xfrm>
            <a:off x="3657600" y="5905500"/>
            <a:ext cx="609600" cy="6096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"/>
          <p:cNvSpPr/>
          <p:nvPr/>
        </p:nvSpPr>
        <p:spPr>
          <a:xfrm>
            <a:off x="6705600" y="7048500"/>
            <a:ext cx="914400" cy="1143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"/>
          <p:cNvSpPr/>
          <p:nvPr/>
        </p:nvSpPr>
        <p:spPr>
          <a:xfrm>
            <a:off x="3429000" y="7048500"/>
            <a:ext cx="1066800" cy="1143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"/>
          <p:cNvSpPr/>
          <p:nvPr/>
        </p:nvSpPr>
        <p:spPr>
          <a:xfrm>
            <a:off x="5943600" y="7353300"/>
            <a:ext cx="457200" cy="381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" name=""/>
          <p:cNvSpPr/>
          <p:nvPr/>
        </p:nvSpPr>
        <p:spPr>
          <a:xfrm>
            <a:off x="5585218" y="6708576"/>
            <a:ext cx="108350" cy="169068"/>
          </a:xfrm>
          <a:custGeom>
            <a:avLst/>
            <a:gdLst>
              <a:gd name="connsiteX0" fmla="*/ 34531 w 108350"/>
              <a:gd name="connsiteY0" fmla="*/ 4373 h 169068"/>
              <a:gd name="connsiteX1" fmla="*/ 32150 w 108350"/>
              <a:gd name="connsiteY1" fmla="*/ 16280 h 169068"/>
              <a:gd name="connsiteX2" fmla="*/ 29769 w 108350"/>
              <a:gd name="connsiteY2" fmla="*/ 18661 h 169068"/>
              <a:gd name="connsiteX3" fmla="*/ 27387 w 108350"/>
              <a:gd name="connsiteY3" fmla="*/ 21042 h 169068"/>
              <a:gd name="connsiteX4" fmla="*/ 25007 w 108350"/>
              <a:gd name="connsiteY4" fmla="*/ 40092 h 169068"/>
              <a:gd name="connsiteX5" fmla="*/ 22625 w 108350"/>
              <a:gd name="connsiteY5" fmla="*/ 54380 h 169068"/>
              <a:gd name="connsiteX6" fmla="*/ 20244 w 108350"/>
              <a:gd name="connsiteY6" fmla="*/ 99623 h 169068"/>
              <a:gd name="connsiteX7" fmla="*/ 17863 w 108350"/>
              <a:gd name="connsiteY7" fmla="*/ 109149 h 169068"/>
              <a:gd name="connsiteX8" fmla="*/ 15481 w 108350"/>
              <a:gd name="connsiteY8" fmla="*/ 111530 h 169068"/>
              <a:gd name="connsiteX9" fmla="*/ 13100 w 108350"/>
              <a:gd name="connsiteY9" fmla="*/ 121055 h 169068"/>
              <a:gd name="connsiteX10" fmla="*/ 10719 w 108350"/>
              <a:gd name="connsiteY10" fmla="*/ 128199 h 169068"/>
              <a:gd name="connsiteX11" fmla="*/ 8337 w 108350"/>
              <a:gd name="connsiteY11" fmla="*/ 137723 h 169068"/>
              <a:gd name="connsiteX12" fmla="*/ 5956 w 108350"/>
              <a:gd name="connsiteY12" fmla="*/ 140105 h 169068"/>
              <a:gd name="connsiteX13" fmla="*/ 3575 w 108350"/>
              <a:gd name="connsiteY13" fmla="*/ 149630 h 169068"/>
              <a:gd name="connsiteX14" fmla="*/ 1194 w 108350"/>
              <a:gd name="connsiteY14" fmla="*/ 161536 h 169068"/>
              <a:gd name="connsiteX15" fmla="*/ 3575 w 108350"/>
              <a:gd name="connsiteY15" fmla="*/ 166299 h 169068"/>
              <a:gd name="connsiteX16" fmla="*/ 70250 w 108350"/>
              <a:gd name="connsiteY16" fmla="*/ 168680 h 169068"/>
              <a:gd name="connsiteX17" fmla="*/ 84537 w 108350"/>
              <a:gd name="connsiteY17" fmla="*/ 166299 h 169068"/>
              <a:gd name="connsiteX18" fmla="*/ 86919 w 108350"/>
              <a:gd name="connsiteY18" fmla="*/ 163917 h 169068"/>
              <a:gd name="connsiteX19" fmla="*/ 89300 w 108350"/>
              <a:gd name="connsiteY19" fmla="*/ 156773 h 169068"/>
              <a:gd name="connsiteX20" fmla="*/ 91681 w 108350"/>
              <a:gd name="connsiteY20" fmla="*/ 142486 h 169068"/>
              <a:gd name="connsiteX21" fmla="*/ 94063 w 108350"/>
              <a:gd name="connsiteY21" fmla="*/ 125817 h 169068"/>
              <a:gd name="connsiteX22" fmla="*/ 96444 w 108350"/>
              <a:gd name="connsiteY22" fmla="*/ 118673 h 169068"/>
              <a:gd name="connsiteX23" fmla="*/ 98825 w 108350"/>
              <a:gd name="connsiteY23" fmla="*/ 104386 h 169068"/>
              <a:gd name="connsiteX24" fmla="*/ 101207 w 108350"/>
              <a:gd name="connsiteY24" fmla="*/ 87717 h 169068"/>
              <a:gd name="connsiteX25" fmla="*/ 103587 w 108350"/>
              <a:gd name="connsiteY25" fmla="*/ 73430 h 169068"/>
              <a:gd name="connsiteX26" fmla="*/ 105969 w 108350"/>
              <a:gd name="connsiteY26" fmla="*/ 61523 h 169068"/>
              <a:gd name="connsiteX27" fmla="*/ 108350 w 108350"/>
              <a:gd name="connsiteY27" fmla="*/ 40092 h 169068"/>
              <a:gd name="connsiteX28" fmla="*/ 105969 w 108350"/>
              <a:gd name="connsiteY28" fmla="*/ 9136 h 169068"/>
              <a:gd name="connsiteX29" fmla="*/ 103587 w 108350"/>
              <a:gd name="connsiteY29" fmla="*/ 6755 h 169068"/>
              <a:gd name="connsiteX30" fmla="*/ 96444 w 108350"/>
              <a:gd name="connsiteY30" fmla="*/ 4373 h 169068"/>
              <a:gd name="connsiteX31" fmla="*/ 89300 w 108350"/>
              <a:gd name="connsiteY31" fmla="*/ 1992 h 169068"/>
              <a:gd name="connsiteX32" fmla="*/ 72631 w 108350"/>
              <a:gd name="connsiteY32" fmla="*/ -389 h 169068"/>
              <a:gd name="connsiteX33" fmla="*/ 34531 w 108350"/>
              <a:gd name="connsiteY33" fmla="*/ 4373 h 16906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08350" h="169068">
                <a:moveTo>
                  <a:pt x="34531" y="4373"/>
                </a:moveTo>
                <a:cubicBezTo>
                  <a:pt x="34373" y="5167"/>
                  <a:pt x="32467" y="15327"/>
                  <a:pt x="32150" y="16280"/>
                </a:cubicBezTo>
                <a:cubicBezTo>
                  <a:pt x="31833" y="17232"/>
                  <a:pt x="30086" y="18343"/>
                  <a:pt x="29769" y="18661"/>
                </a:cubicBezTo>
                <a:cubicBezTo>
                  <a:pt x="29451" y="18978"/>
                  <a:pt x="27705" y="19613"/>
                  <a:pt x="27387" y="21042"/>
                </a:cubicBezTo>
                <a:cubicBezTo>
                  <a:pt x="27070" y="22471"/>
                  <a:pt x="25325" y="37870"/>
                  <a:pt x="25007" y="40092"/>
                </a:cubicBezTo>
                <a:cubicBezTo>
                  <a:pt x="24689" y="42315"/>
                  <a:pt x="22943" y="50411"/>
                  <a:pt x="22625" y="54380"/>
                </a:cubicBezTo>
                <a:cubicBezTo>
                  <a:pt x="22307" y="58348"/>
                  <a:pt x="20561" y="95972"/>
                  <a:pt x="20244" y="99623"/>
                </a:cubicBezTo>
                <a:cubicBezTo>
                  <a:pt x="19927" y="103275"/>
                  <a:pt x="18180" y="108354"/>
                  <a:pt x="17863" y="109149"/>
                </a:cubicBezTo>
                <a:cubicBezTo>
                  <a:pt x="17545" y="109943"/>
                  <a:pt x="15799" y="110736"/>
                  <a:pt x="15481" y="111530"/>
                </a:cubicBezTo>
                <a:cubicBezTo>
                  <a:pt x="15164" y="112323"/>
                  <a:pt x="13417" y="119944"/>
                  <a:pt x="13100" y="121055"/>
                </a:cubicBezTo>
                <a:cubicBezTo>
                  <a:pt x="12783" y="122166"/>
                  <a:pt x="11036" y="127087"/>
                  <a:pt x="10719" y="128199"/>
                </a:cubicBezTo>
                <a:cubicBezTo>
                  <a:pt x="10401" y="129309"/>
                  <a:pt x="8655" y="136930"/>
                  <a:pt x="8337" y="137723"/>
                </a:cubicBezTo>
                <a:cubicBezTo>
                  <a:pt x="8020" y="138517"/>
                  <a:pt x="6274" y="139311"/>
                  <a:pt x="5956" y="140105"/>
                </a:cubicBezTo>
                <a:cubicBezTo>
                  <a:pt x="5638" y="140899"/>
                  <a:pt x="3893" y="148201"/>
                  <a:pt x="3575" y="149630"/>
                </a:cubicBezTo>
                <a:cubicBezTo>
                  <a:pt x="3256" y="151059"/>
                  <a:pt x="1194" y="160425"/>
                  <a:pt x="1194" y="161536"/>
                </a:cubicBezTo>
                <a:cubicBezTo>
                  <a:pt x="1194" y="162647"/>
                  <a:pt x="-1029" y="165822"/>
                  <a:pt x="3575" y="166299"/>
                </a:cubicBezTo>
                <a:cubicBezTo>
                  <a:pt x="8178" y="166775"/>
                  <a:pt x="64852" y="168680"/>
                  <a:pt x="70250" y="168680"/>
                </a:cubicBezTo>
                <a:cubicBezTo>
                  <a:pt x="75648" y="168680"/>
                  <a:pt x="83426" y="166616"/>
                  <a:pt x="84537" y="166299"/>
                </a:cubicBezTo>
                <a:cubicBezTo>
                  <a:pt x="85649" y="165981"/>
                  <a:pt x="86601" y="164552"/>
                  <a:pt x="86919" y="163917"/>
                </a:cubicBezTo>
                <a:cubicBezTo>
                  <a:pt x="87236" y="163283"/>
                  <a:pt x="88983" y="158202"/>
                  <a:pt x="89300" y="156773"/>
                </a:cubicBezTo>
                <a:cubicBezTo>
                  <a:pt x="89617" y="155345"/>
                  <a:pt x="91364" y="144550"/>
                  <a:pt x="91681" y="142486"/>
                </a:cubicBezTo>
                <a:cubicBezTo>
                  <a:pt x="91999" y="140422"/>
                  <a:pt x="93745" y="127405"/>
                  <a:pt x="94063" y="125817"/>
                </a:cubicBezTo>
                <a:cubicBezTo>
                  <a:pt x="94380" y="124229"/>
                  <a:pt x="96127" y="120103"/>
                  <a:pt x="96444" y="118673"/>
                </a:cubicBezTo>
                <a:cubicBezTo>
                  <a:pt x="96761" y="117245"/>
                  <a:pt x="98507" y="106450"/>
                  <a:pt x="98825" y="104386"/>
                </a:cubicBezTo>
                <a:cubicBezTo>
                  <a:pt x="99143" y="102322"/>
                  <a:pt x="100889" y="89781"/>
                  <a:pt x="101207" y="87717"/>
                </a:cubicBezTo>
                <a:cubicBezTo>
                  <a:pt x="101525" y="85654"/>
                  <a:pt x="103270" y="75176"/>
                  <a:pt x="103587" y="73430"/>
                </a:cubicBezTo>
                <a:cubicBezTo>
                  <a:pt x="103905" y="71683"/>
                  <a:pt x="105651" y="63746"/>
                  <a:pt x="105969" y="61523"/>
                </a:cubicBezTo>
                <a:cubicBezTo>
                  <a:pt x="106286" y="59301"/>
                  <a:pt x="108350" y="43585"/>
                  <a:pt x="108350" y="40092"/>
                </a:cubicBezTo>
                <a:cubicBezTo>
                  <a:pt x="108350" y="36600"/>
                  <a:pt x="106286" y="11359"/>
                  <a:pt x="105969" y="9136"/>
                </a:cubicBezTo>
                <a:cubicBezTo>
                  <a:pt x="105651" y="6913"/>
                  <a:pt x="104223" y="7072"/>
                  <a:pt x="103587" y="6755"/>
                </a:cubicBezTo>
                <a:cubicBezTo>
                  <a:pt x="102953" y="6437"/>
                  <a:pt x="97396" y="4691"/>
                  <a:pt x="96444" y="4373"/>
                </a:cubicBezTo>
                <a:cubicBezTo>
                  <a:pt x="95491" y="4056"/>
                  <a:pt x="90888" y="2310"/>
                  <a:pt x="89300" y="1992"/>
                </a:cubicBezTo>
                <a:cubicBezTo>
                  <a:pt x="87713" y="1674"/>
                  <a:pt x="76759" y="-230"/>
                  <a:pt x="72631" y="-389"/>
                </a:cubicBezTo>
                <a:cubicBezTo>
                  <a:pt x="68504" y="-548"/>
                  <a:pt x="30404" y="-389"/>
                  <a:pt x="34531" y="4373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42" name=""/>
          <p:cNvCxnSpPr/>
          <p:nvPr/>
        </p:nvCxnSpPr>
        <p:spPr>
          <a:xfrm rot="10800000">
            <a:off x="3429000" y="7353300"/>
            <a:ext cx="533400" cy="533400"/>
          </a:xfrm>
          <a:prstGeom prst="straightConnector1">
            <a:avLst/>
          </a:prstGeom>
          <a:ln w="762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16"/>
          <p:cNvSpPr txBox="1"/>
          <p:nvPr/>
        </p:nvSpPr>
        <p:spPr>
          <a:xfrm>
            <a:off x="10896600" y="3622185"/>
            <a:ext cx="6096000" cy="41216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기어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단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(DIP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스위치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7-segment)</a:t>
            </a:r>
            <a:endPara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감속버튼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현재속도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40km/h (8array -7segment)</a:t>
            </a:r>
            <a:endPara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낮은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RPM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53" name=""/>
          <p:cNvSpPr/>
          <p:nvPr/>
        </p:nvSpPr>
        <p:spPr>
          <a:xfrm>
            <a:off x="4097919" y="6632468"/>
            <a:ext cx="144938" cy="227912"/>
          </a:xfrm>
          <a:custGeom>
            <a:avLst/>
            <a:gdLst>
              <a:gd name="connsiteX0" fmla="*/ 14839 w 144938"/>
              <a:gd name="connsiteY0" fmla="*/ -481 h 227912"/>
              <a:gd name="connsiteX1" fmla="*/ 31848 w 144938"/>
              <a:gd name="connsiteY1" fmla="*/ 2921 h 227912"/>
              <a:gd name="connsiteX2" fmla="*/ 55660 w 144938"/>
              <a:gd name="connsiteY2" fmla="*/ 6323 h 227912"/>
              <a:gd name="connsiteX3" fmla="*/ 69268 w 144938"/>
              <a:gd name="connsiteY3" fmla="*/ 9725 h 227912"/>
              <a:gd name="connsiteX4" fmla="*/ 103285 w 144938"/>
              <a:gd name="connsiteY4" fmla="*/ 13126 h 227912"/>
              <a:gd name="connsiteX5" fmla="*/ 144107 w 144938"/>
              <a:gd name="connsiteY5" fmla="*/ 16528 h 227912"/>
              <a:gd name="connsiteX6" fmla="*/ 140705 w 144938"/>
              <a:gd name="connsiteY6" fmla="*/ 36938 h 227912"/>
              <a:gd name="connsiteX7" fmla="*/ 140705 w 144938"/>
              <a:gd name="connsiteY7" fmla="*/ 43743 h 227912"/>
              <a:gd name="connsiteX8" fmla="*/ 137303 w 144938"/>
              <a:gd name="connsiteY8" fmla="*/ 50545 h 227912"/>
              <a:gd name="connsiteX9" fmla="*/ 133901 w 144938"/>
              <a:gd name="connsiteY9" fmla="*/ 53947 h 227912"/>
              <a:gd name="connsiteX10" fmla="*/ 130499 w 144938"/>
              <a:gd name="connsiteY10" fmla="*/ 74358 h 227912"/>
              <a:gd name="connsiteX11" fmla="*/ 127098 w 144938"/>
              <a:gd name="connsiteY11" fmla="*/ 98171 h 227912"/>
              <a:gd name="connsiteX12" fmla="*/ 123696 w 144938"/>
              <a:gd name="connsiteY12" fmla="*/ 101573 h 227912"/>
              <a:gd name="connsiteX13" fmla="*/ 120294 w 144938"/>
              <a:gd name="connsiteY13" fmla="*/ 104975 h 227912"/>
              <a:gd name="connsiteX14" fmla="*/ 116892 w 144938"/>
              <a:gd name="connsiteY14" fmla="*/ 108376 h 227912"/>
              <a:gd name="connsiteX15" fmla="*/ 103285 w 144938"/>
              <a:gd name="connsiteY15" fmla="*/ 104975 h 227912"/>
              <a:gd name="connsiteX16" fmla="*/ 59062 w 144938"/>
              <a:gd name="connsiteY16" fmla="*/ 104975 h 227912"/>
              <a:gd name="connsiteX17" fmla="*/ 55660 w 144938"/>
              <a:gd name="connsiteY17" fmla="*/ 101573 h 227912"/>
              <a:gd name="connsiteX18" fmla="*/ 1232 w 144938"/>
              <a:gd name="connsiteY18" fmla="*/ 104975 h 227912"/>
              <a:gd name="connsiteX19" fmla="*/ 4634 w 144938"/>
              <a:gd name="connsiteY19" fmla="*/ 128787 h 227912"/>
              <a:gd name="connsiteX20" fmla="*/ 1232 w 144938"/>
              <a:gd name="connsiteY20" fmla="*/ 213831 h 227912"/>
              <a:gd name="connsiteX21" fmla="*/ 4634 w 144938"/>
              <a:gd name="connsiteY21" fmla="*/ 224037 h 227912"/>
              <a:gd name="connsiteX22" fmla="*/ 42053 w 144938"/>
              <a:gd name="connsiteY22" fmla="*/ 227438 h 227912"/>
              <a:gd name="connsiteX23" fmla="*/ 103285 w 144938"/>
              <a:gd name="connsiteY23" fmla="*/ 224037 h 22791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44938" h="227912">
                <a:moveTo>
                  <a:pt x="14839" y="-481"/>
                </a:moveTo>
                <a:cubicBezTo>
                  <a:pt x="15973" y="-254"/>
                  <a:pt x="29126" y="2467"/>
                  <a:pt x="31848" y="2921"/>
                </a:cubicBezTo>
                <a:cubicBezTo>
                  <a:pt x="34570" y="3375"/>
                  <a:pt x="53166" y="5869"/>
                  <a:pt x="55660" y="6323"/>
                </a:cubicBezTo>
                <a:cubicBezTo>
                  <a:pt x="58155" y="6777"/>
                  <a:pt x="66093" y="9271"/>
                  <a:pt x="69268" y="9725"/>
                </a:cubicBezTo>
                <a:cubicBezTo>
                  <a:pt x="72443" y="10178"/>
                  <a:pt x="98295" y="12673"/>
                  <a:pt x="103285" y="13126"/>
                </a:cubicBezTo>
                <a:cubicBezTo>
                  <a:pt x="108274" y="13580"/>
                  <a:pt x="141612" y="14941"/>
                  <a:pt x="144107" y="16528"/>
                </a:cubicBezTo>
                <a:cubicBezTo>
                  <a:pt x="146601" y="18115"/>
                  <a:pt x="140932" y="35124"/>
                  <a:pt x="140705" y="36938"/>
                </a:cubicBezTo>
                <a:cubicBezTo>
                  <a:pt x="140478" y="38753"/>
                  <a:pt x="140932" y="42835"/>
                  <a:pt x="140705" y="43743"/>
                </a:cubicBezTo>
                <a:cubicBezTo>
                  <a:pt x="140478" y="44650"/>
                  <a:pt x="137757" y="49865"/>
                  <a:pt x="137303" y="50545"/>
                </a:cubicBezTo>
                <a:cubicBezTo>
                  <a:pt x="136850" y="51226"/>
                  <a:pt x="134354" y="52361"/>
                  <a:pt x="133901" y="53947"/>
                </a:cubicBezTo>
                <a:cubicBezTo>
                  <a:pt x="133448" y="55535"/>
                  <a:pt x="130952" y="71410"/>
                  <a:pt x="130499" y="74358"/>
                </a:cubicBezTo>
                <a:cubicBezTo>
                  <a:pt x="130045" y="77306"/>
                  <a:pt x="127551" y="96356"/>
                  <a:pt x="127098" y="98171"/>
                </a:cubicBezTo>
                <a:cubicBezTo>
                  <a:pt x="126644" y="99985"/>
                  <a:pt x="124149" y="101119"/>
                  <a:pt x="123696" y="101573"/>
                </a:cubicBezTo>
                <a:cubicBezTo>
                  <a:pt x="123242" y="102026"/>
                  <a:pt x="120748" y="104521"/>
                  <a:pt x="120294" y="104975"/>
                </a:cubicBezTo>
                <a:cubicBezTo>
                  <a:pt x="119841" y="105428"/>
                  <a:pt x="118026" y="108376"/>
                  <a:pt x="116892" y="108376"/>
                </a:cubicBezTo>
                <a:cubicBezTo>
                  <a:pt x="115759" y="108376"/>
                  <a:pt x="107140" y="105201"/>
                  <a:pt x="103285" y="104975"/>
                </a:cubicBezTo>
                <a:cubicBezTo>
                  <a:pt x="99430" y="104748"/>
                  <a:pt x="62237" y="105201"/>
                  <a:pt x="59062" y="104975"/>
                </a:cubicBezTo>
                <a:cubicBezTo>
                  <a:pt x="55888" y="104748"/>
                  <a:pt x="59515" y="101573"/>
                  <a:pt x="55660" y="101573"/>
                </a:cubicBezTo>
                <a:cubicBezTo>
                  <a:pt x="51805" y="101573"/>
                  <a:pt x="4634" y="103160"/>
                  <a:pt x="1232" y="104975"/>
                </a:cubicBezTo>
                <a:cubicBezTo>
                  <a:pt x="-2169" y="106789"/>
                  <a:pt x="4634" y="121530"/>
                  <a:pt x="4634" y="128787"/>
                </a:cubicBezTo>
                <a:cubicBezTo>
                  <a:pt x="4634" y="136045"/>
                  <a:pt x="1232" y="207481"/>
                  <a:pt x="1232" y="213831"/>
                </a:cubicBezTo>
                <a:cubicBezTo>
                  <a:pt x="1232" y="220181"/>
                  <a:pt x="1912" y="223130"/>
                  <a:pt x="4634" y="224037"/>
                </a:cubicBezTo>
                <a:cubicBezTo>
                  <a:pt x="7355" y="224945"/>
                  <a:pt x="35477" y="227438"/>
                  <a:pt x="42053" y="227438"/>
                </a:cubicBezTo>
                <a:cubicBezTo>
                  <a:pt x="48630" y="227438"/>
                  <a:pt x="99203" y="224264"/>
                  <a:pt x="103285" y="22403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8" name=""/>
          <p:cNvSpPr/>
          <p:nvPr/>
        </p:nvSpPr>
        <p:spPr>
          <a:xfrm>
            <a:off x="6018943" y="7460922"/>
            <a:ext cx="99049" cy="70857"/>
          </a:xfrm>
          <a:custGeom>
            <a:avLst/>
            <a:gdLst>
              <a:gd name="connsiteX0" fmla="*/ 70253 w 99049"/>
              <a:gd name="connsiteY0" fmla="*/ 24913 h 70857"/>
              <a:gd name="connsiteX1" fmla="*/ 63449 w 99049"/>
              <a:gd name="connsiteY1" fmla="*/ 41922 h 70857"/>
              <a:gd name="connsiteX2" fmla="*/ 66851 w 99049"/>
              <a:gd name="connsiteY2" fmla="*/ 45324 h 70857"/>
              <a:gd name="connsiteX3" fmla="*/ 63449 w 99049"/>
              <a:gd name="connsiteY3" fmla="*/ 41922 h 70857"/>
              <a:gd name="connsiteX4" fmla="*/ 63449 w 99049"/>
              <a:gd name="connsiteY4" fmla="*/ 38521 h 70857"/>
              <a:gd name="connsiteX5" fmla="*/ 60048 w 99049"/>
              <a:gd name="connsiteY5" fmla="*/ 35119 h 70857"/>
              <a:gd name="connsiteX6" fmla="*/ 49842 w 99049"/>
              <a:gd name="connsiteY6" fmla="*/ 31717 h 70857"/>
              <a:gd name="connsiteX7" fmla="*/ 43038 w 99049"/>
              <a:gd name="connsiteY7" fmla="*/ 28315 h 70857"/>
              <a:gd name="connsiteX8" fmla="*/ 2217 w 99049"/>
              <a:gd name="connsiteY8" fmla="*/ 31717 h 70857"/>
              <a:gd name="connsiteX9" fmla="*/ 5619 w 99049"/>
              <a:gd name="connsiteY9" fmla="*/ 35119 h 70857"/>
              <a:gd name="connsiteX10" fmla="*/ 9020 w 99049"/>
              <a:gd name="connsiteY10" fmla="*/ 38521 h 70857"/>
              <a:gd name="connsiteX11" fmla="*/ 22628 w 99049"/>
              <a:gd name="connsiteY11" fmla="*/ 41922 h 70857"/>
              <a:gd name="connsiteX12" fmla="*/ 46440 w 99049"/>
              <a:gd name="connsiteY12" fmla="*/ 38521 h 70857"/>
              <a:gd name="connsiteX13" fmla="*/ 49842 w 99049"/>
              <a:gd name="connsiteY13" fmla="*/ 35119 h 70857"/>
              <a:gd name="connsiteX14" fmla="*/ 46440 w 99049"/>
              <a:gd name="connsiteY14" fmla="*/ 28315 h 70857"/>
              <a:gd name="connsiteX15" fmla="*/ 39636 w 99049"/>
              <a:gd name="connsiteY15" fmla="*/ 31717 h 70857"/>
              <a:gd name="connsiteX16" fmla="*/ 32833 w 99049"/>
              <a:gd name="connsiteY16" fmla="*/ 35119 h 70857"/>
              <a:gd name="connsiteX17" fmla="*/ 29431 w 99049"/>
              <a:gd name="connsiteY17" fmla="*/ 38521 h 70857"/>
              <a:gd name="connsiteX18" fmla="*/ 32833 w 99049"/>
              <a:gd name="connsiteY18" fmla="*/ 58931 h 70857"/>
              <a:gd name="connsiteX19" fmla="*/ 53244 w 99049"/>
              <a:gd name="connsiteY19" fmla="*/ 58931 h 70857"/>
              <a:gd name="connsiteX20" fmla="*/ 56646 w 99049"/>
              <a:gd name="connsiteY20" fmla="*/ 55529 h 70857"/>
              <a:gd name="connsiteX21" fmla="*/ 60048 w 99049"/>
              <a:gd name="connsiteY21" fmla="*/ 52128 h 70857"/>
              <a:gd name="connsiteX22" fmla="*/ 63449 w 99049"/>
              <a:gd name="connsiteY22" fmla="*/ 48726 h 70857"/>
              <a:gd name="connsiteX23" fmla="*/ 66851 w 99049"/>
              <a:gd name="connsiteY23" fmla="*/ 45324 h 70857"/>
              <a:gd name="connsiteX24" fmla="*/ 63449 w 99049"/>
              <a:gd name="connsiteY24" fmla="*/ 24913 h 70857"/>
              <a:gd name="connsiteX25" fmla="*/ 56646 w 99049"/>
              <a:gd name="connsiteY25" fmla="*/ 21511 h 70857"/>
              <a:gd name="connsiteX26" fmla="*/ 32833 w 99049"/>
              <a:gd name="connsiteY26" fmla="*/ 24913 h 70857"/>
              <a:gd name="connsiteX27" fmla="*/ 29431 w 99049"/>
              <a:gd name="connsiteY27" fmla="*/ 28315 h 70857"/>
              <a:gd name="connsiteX28" fmla="*/ 26029 w 99049"/>
              <a:gd name="connsiteY28" fmla="*/ 31717 h 70857"/>
              <a:gd name="connsiteX29" fmla="*/ 29431 w 99049"/>
              <a:gd name="connsiteY29" fmla="*/ 45324 h 70857"/>
              <a:gd name="connsiteX30" fmla="*/ 56646 w 99049"/>
              <a:gd name="connsiteY30" fmla="*/ 41922 h 70857"/>
              <a:gd name="connsiteX31" fmla="*/ 53244 w 99049"/>
              <a:gd name="connsiteY31" fmla="*/ 24913 h 70857"/>
              <a:gd name="connsiteX32" fmla="*/ 29431 w 99049"/>
              <a:gd name="connsiteY32" fmla="*/ 24913 h 70857"/>
              <a:gd name="connsiteX33" fmla="*/ 26029 w 99049"/>
              <a:gd name="connsiteY33" fmla="*/ 28315 h 70857"/>
              <a:gd name="connsiteX34" fmla="*/ 22628 w 99049"/>
              <a:gd name="connsiteY34" fmla="*/ 35119 h 70857"/>
              <a:gd name="connsiteX35" fmla="*/ 26029 w 99049"/>
              <a:gd name="connsiteY35" fmla="*/ 52128 h 70857"/>
              <a:gd name="connsiteX36" fmla="*/ 29431 w 99049"/>
              <a:gd name="connsiteY36" fmla="*/ 55529 h 70857"/>
              <a:gd name="connsiteX37" fmla="*/ 56646 w 99049"/>
              <a:gd name="connsiteY37" fmla="*/ 52128 h 70857"/>
              <a:gd name="connsiteX38" fmla="*/ 60048 w 99049"/>
              <a:gd name="connsiteY38" fmla="*/ 48726 h 70857"/>
              <a:gd name="connsiteX39" fmla="*/ 56646 w 99049"/>
              <a:gd name="connsiteY39" fmla="*/ 28315 h 70857"/>
              <a:gd name="connsiteX40" fmla="*/ 53244 w 99049"/>
              <a:gd name="connsiteY40" fmla="*/ 24913 h 70857"/>
              <a:gd name="connsiteX41" fmla="*/ 26029 w 99049"/>
              <a:gd name="connsiteY41" fmla="*/ 28315 h 70857"/>
              <a:gd name="connsiteX42" fmla="*/ 29431 w 99049"/>
              <a:gd name="connsiteY42" fmla="*/ 45324 h 70857"/>
              <a:gd name="connsiteX43" fmla="*/ 32833 w 99049"/>
              <a:gd name="connsiteY43" fmla="*/ 48726 h 70857"/>
              <a:gd name="connsiteX44" fmla="*/ 39636 w 99049"/>
              <a:gd name="connsiteY44" fmla="*/ 52128 h 70857"/>
              <a:gd name="connsiteX45" fmla="*/ 70253 w 99049"/>
              <a:gd name="connsiteY45" fmla="*/ 48726 h 70857"/>
              <a:gd name="connsiteX46" fmla="*/ 66851 w 99049"/>
              <a:gd name="connsiteY46" fmla="*/ 28315 h 70857"/>
              <a:gd name="connsiteX47" fmla="*/ 63449 w 99049"/>
              <a:gd name="connsiteY47" fmla="*/ 24913 h 70857"/>
              <a:gd name="connsiteX48" fmla="*/ 60048 w 99049"/>
              <a:gd name="connsiteY48" fmla="*/ 24913 h 70857"/>
              <a:gd name="connsiteX49" fmla="*/ 56646 w 99049"/>
              <a:gd name="connsiteY49" fmla="*/ 21511 h 70857"/>
              <a:gd name="connsiteX50" fmla="*/ 29431 w 99049"/>
              <a:gd name="connsiteY50" fmla="*/ 24913 h 70857"/>
              <a:gd name="connsiteX51" fmla="*/ 32833 w 99049"/>
              <a:gd name="connsiteY51" fmla="*/ 48726 h 70857"/>
              <a:gd name="connsiteX52" fmla="*/ 73654 w 99049"/>
              <a:gd name="connsiteY52" fmla="*/ 45324 h 70857"/>
              <a:gd name="connsiteX53" fmla="*/ 77056 w 99049"/>
              <a:gd name="connsiteY53" fmla="*/ 41922 h 70857"/>
              <a:gd name="connsiteX54" fmla="*/ 80458 w 99049"/>
              <a:gd name="connsiteY54" fmla="*/ 38521 h 70857"/>
              <a:gd name="connsiteX55" fmla="*/ 77056 w 99049"/>
              <a:gd name="connsiteY55" fmla="*/ 21511 h 70857"/>
              <a:gd name="connsiteX56" fmla="*/ 73654 w 99049"/>
              <a:gd name="connsiteY56" fmla="*/ 18110 h 70857"/>
              <a:gd name="connsiteX57" fmla="*/ 70253 w 99049"/>
              <a:gd name="connsiteY57" fmla="*/ 14708 h 70857"/>
              <a:gd name="connsiteX58" fmla="*/ 66851 w 99049"/>
              <a:gd name="connsiteY58" fmla="*/ 11306 h 70857"/>
              <a:gd name="connsiteX59" fmla="*/ 39636 w 99049"/>
              <a:gd name="connsiteY59" fmla="*/ 14708 h 70857"/>
              <a:gd name="connsiteX60" fmla="*/ 36235 w 99049"/>
              <a:gd name="connsiteY60" fmla="*/ 18110 h 70857"/>
              <a:gd name="connsiteX61" fmla="*/ 32833 w 99049"/>
              <a:gd name="connsiteY61" fmla="*/ 21511 h 70857"/>
              <a:gd name="connsiteX62" fmla="*/ 29431 w 99049"/>
              <a:gd name="connsiteY62" fmla="*/ 24913 h 70857"/>
              <a:gd name="connsiteX63" fmla="*/ 32833 w 99049"/>
              <a:gd name="connsiteY63" fmla="*/ 41922 h 70857"/>
              <a:gd name="connsiteX64" fmla="*/ 36235 w 99049"/>
              <a:gd name="connsiteY64" fmla="*/ 45324 h 70857"/>
              <a:gd name="connsiteX65" fmla="*/ 39636 w 99049"/>
              <a:gd name="connsiteY65" fmla="*/ 48726 h 70857"/>
              <a:gd name="connsiteX66" fmla="*/ 70253 w 99049"/>
              <a:gd name="connsiteY66" fmla="*/ 45324 h 70857"/>
              <a:gd name="connsiteX67" fmla="*/ 66851 w 99049"/>
              <a:gd name="connsiteY67" fmla="*/ 21511 h 70857"/>
              <a:gd name="connsiteX68" fmla="*/ 66851 w 99049"/>
              <a:gd name="connsiteY68" fmla="*/ 18110 h 70857"/>
              <a:gd name="connsiteX69" fmla="*/ 63449 w 99049"/>
              <a:gd name="connsiteY69" fmla="*/ 14708 h 70857"/>
              <a:gd name="connsiteX70" fmla="*/ 60048 w 99049"/>
              <a:gd name="connsiteY70" fmla="*/ 11306 h 70857"/>
              <a:gd name="connsiteX71" fmla="*/ 43038 w 99049"/>
              <a:gd name="connsiteY71" fmla="*/ 11306 h 70857"/>
              <a:gd name="connsiteX72" fmla="*/ 39636 w 99049"/>
              <a:gd name="connsiteY72" fmla="*/ 14708 h 70857"/>
              <a:gd name="connsiteX73" fmla="*/ 36235 w 99049"/>
              <a:gd name="connsiteY73" fmla="*/ 21511 h 70857"/>
              <a:gd name="connsiteX74" fmla="*/ 39636 w 99049"/>
              <a:gd name="connsiteY74" fmla="*/ 38521 h 70857"/>
              <a:gd name="connsiteX75" fmla="*/ 66851 w 99049"/>
              <a:gd name="connsiteY75" fmla="*/ 35119 h 70857"/>
              <a:gd name="connsiteX76" fmla="*/ 70253 w 99049"/>
              <a:gd name="connsiteY76" fmla="*/ 31717 h 70857"/>
              <a:gd name="connsiteX77" fmla="*/ 66851 w 99049"/>
              <a:gd name="connsiteY77" fmla="*/ 14708 h 70857"/>
              <a:gd name="connsiteX78" fmla="*/ 46440 w 99049"/>
              <a:gd name="connsiteY78" fmla="*/ 18110 h 70857"/>
              <a:gd name="connsiteX79" fmla="*/ 43038 w 99049"/>
              <a:gd name="connsiteY79" fmla="*/ 21511 h 70857"/>
              <a:gd name="connsiteX80" fmla="*/ 46440 w 99049"/>
              <a:gd name="connsiteY80" fmla="*/ 38521 h 70857"/>
              <a:gd name="connsiteX81" fmla="*/ 49842 w 99049"/>
              <a:gd name="connsiteY81" fmla="*/ 41922 h 70857"/>
              <a:gd name="connsiteX82" fmla="*/ 53244 w 99049"/>
              <a:gd name="connsiteY82" fmla="*/ 45324 h 70857"/>
              <a:gd name="connsiteX83" fmla="*/ 63449 w 99049"/>
              <a:gd name="connsiteY83" fmla="*/ 41922 h 70857"/>
              <a:gd name="connsiteX84" fmla="*/ 66851 w 99049"/>
              <a:gd name="connsiteY84" fmla="*/ 38521 h 70857"/>
              <a:gd name="connsiteX85" fmla="*/ 63449 w 99049"/>
              <a:gd name="connsiteY85" fmla="*/ 24913 h 70857"/>
              <a:gd name="connsiteX86" fmla="*/ 70253 w 99049"/>
              <a:gd name="connsiteY86" fmla="*/ 24913 h 7085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99049" h="70857">
                <a:moveTo>
                  <a:pt x="70253" y="24913"/>
                </a:moveTo>
                <a:cubicBezTo>
                  <a:pt x="69799" y="26047"/>
                  <a:pt x="63676" y="40561"/>
                  <a:pt x="63449" y="41922"/>
                </a:cubicBezTo>
                <a:cubicBezTo>
                  <a:pt x="63222" y="43283"/>
                  <a:pt x="66851" y="45324"/>
                  <a:pt x="66851" y="45324"/>
                </a:cubicBezTo>
                <a:cubicBezTo>
                  <a:pt x="66851" y="45324"/>
                  <a:pt x="63676" y="42376"/>
                  <a:pt x="63449" y="41922"/>
                </a:cubicBezTo>
                <a:cubicBezTo>
                  <a:pt x="63222" y="41469"/>
                  <a:pt x="63676" y="38974"/>
                  <a:pt x="63449" y="38521"/>
                </a:cubicBezTo>
                <a:cubicBezTo>
                  <a:pt x="63222" y="38067"/>
                  <a:pt x="60954" y="35573"/>
                  <a:pt x="60048" y="35119"/>
                </a:cubicBezTo>
                <a:cubicBezTo>
                  <a:pt x="59140" y="34665"/>
                  <a:pt x="50976" y="32171"/>
                  <a:pt x="49842" y="31717"/>
                </a:cubicBezTo>
                <a:cubicBezTo>
                  <a:pt x="48708" y="31263"/>
                  <a:pt x="46213" y="28315"/>
                  <a:pt x="43038" y="28315"/>
                </a:cubicBezTo>
                <a:cubicBezTo>
                  <a:pt x="39863" y="28315"/>
                  <a:pt x="4711" y="31263"/>
                  <a:pt x="2217" y="31717"/>
                </a:cubicBezTo>
                <a:cubicBezTo>
                  <a:pt x="-277" y="32171"/>
                  <a:pt x="5166" y="34665"/>
                  <a:pt x="5619" y="35119"/>
                </a:cubicBezTo>
                <a:cubicBezTo>
                  <a:pt x="6072" y="35573"/>
                  <a:pt x="7887" y="38067"/>
                  <a:pt x="9020" y="38521"/>
                </a:cubicBezTo>
                <a:cubicBezTo>
                  <a:pt x="10154" y="38974"/>
                  <a:pt x="20133" y="41922"/>
                  <a:pt x="22628" y="41922"/>
                </a:cubicBezTo>
                <a:cubicBezTo>
                  <a:pt x="25122" y="41922"/>
                  <a:pt x="44626" y="38974"/>
                  <a:pt x="46440" y="38521"/>
                </a:cubicBezTo>
                <a:cubicBezTo>
                  <a:pt x="48254" y="38067"/>
                  <a:pt x="49842" y="35799"/>
                  <a:pt x="49842" y="35119"/>
                </a:cubicBezTo>
                <a:cubicBezTo>
                  <a:pt x="49842" y="34438"/>
                  <a:pt x="47120" y="28543"/>
                  <a:pt x="46440" y="28315"/>
                </a:cubicBezTo>
                <a:cubicBezTo>
                  <a:pt x="45760" y="28088"/>
                  <a:pt x="40544" y="31263"/>
                  <a:pt x="39636" y="31717"/>
                </a:cubicBezTo>
                <a:cubicBezTo>
                  <a:pt x="38729" y="32171"/>
                  <a:pt x="33514" y="34665"/>
                  <a:pt x="32833" y="35119"/>
                </a:cubicBezTo>
                <a:cubicBezTo>
                  <a:pt x="32152" y="35573"/>
                  <a:pt x="29431" y="36933"/>
                  <a:pt x="29431" y="38521"/>
                </a:cubicBezTo>
                <a:cubicBezTo>
                  <a:pt x="29431" y="40108"/>
                  <a:pt x="31245" y="57571"/>
                  <a:pt x="32833" y="58931"/>
                </a:cubicBezTo>
                <a:cubicBezTo>
                  <a:pt x="34420" y="60291"/>
                  <a:pt x="51656" y="59158"/>
                  <a:pt x="53244" y="58931"/>
                </a:cubicBezTo>
                <a:cubicBezTo>
                  <a:pt x="54832" y="58705"/>
                  <a:pt x="56192" y="55983"/>
                  <a:pt x="56646" y="55529"/>
                </a:cubicBezTo>
                <a:cubicBezTo>
                  <a:pt x="57100" y="55076"/>
                  <a:pt x="59594" y="52581"/>
                  <a:pt x="60048" y="52128"/>
                </a:cubicBezTo>
                <a:cubicBezTo>
                  <a:pt x="60501" y="51675"/>
                  <a:pt x="62996" y="49179"/>
                  <a:pt x="63449" y="48726"/>
                </a:cubicBezTo>
                <a:cubicBezTo>
                  <a:pt x="63902" y="48273"/>
                  <a:pt x="66851" y="46911"/>
                  <a:pt x="66851" y="45324"/>
                </a:cubicBezTo>
                <a:cubicBezTo>
                  <a:pt x="66851" y="43736"/>
                  <a:pt x="64129" y="26501"/>
                  <a:pt x="63449" y="24913"/>
                </a:cubicBezTo>
                <a:cubicBezTo>
                  <a:pt x="62769" y="23326"/>
                  <a:pt x="58687" y="21511"/>
                  <a:pt x="56646" y="21511"/>
                </a:cubicBezTo>
                <a:cubicBezTo>
                  <a:pt x="54605" y="21511"/>
                  <a:pt x="34647" y="24460"/>
                  <a:pt x="32833" y="24913"/>
                </a:cubicBezTo>
                <a:cubicBezTo>
                  <a:pt x="31018" y="25367"/>
                  <a:pt x="29884" y="27862"/>
                  <a:pt x="29431" y="28315"/>
                </a:cubicBezTo>
                <a:cubicBezTo>
                  <a:pt x="28977" y="28769"/>
                  <a:pt x="26029" y="30582"/>
                  <a:pt x="26029" y="31717"/>
                </a:cubicBezTo>
                <a:cubicBezTo>
                  <a:pt x="26029" y="32851"/>
                  <a:pt x="27390" y="44643"/>
                  <a:pt x="29431" y="45324"/>
                </a:cubicBezTo>
                <a:cubicBezTo>
                  <a:pt x="31472" y="46005"/>
                  <a:pt x="55058" y="43283"/>
                  <a:pt x="56646" y="41922"/>
                </a:cubicBezTo>
                <a:cubicBezTo>
                  <a:pt x="58234" y="40561"/>
                  <a:pt x="55058" y="26047"/>
                  <a:pt x="53244" y="24913"/>
                </a:cubicBezTo>
                <a:cubicBezTo>
                  <a:pt x="51430" y="23779"/>
                  <a:pt x="31245" y="24687"/>
                  <a:pt x="29431" y="24913"/>
                </a:cubicBezTo>
                <a:cubicBezTo>
                  <a:pt x="27616" y="25140"/>
                  <a:pt x="26483" y="27635"/>
                  <a:pt x="26029" y="28315"/>
                </a:cubicBezTo>
                <a:cubicBezTo>
                  <a:pt x="25576" y="28996"/>
                  <a:pt x="22628" y="33531"/>
                  <a:pt x="22628" y="35119"/>
                </a:cubicBezTo>
                <a:cubicBezTo>
                  <a:pt x="22628" y="36706"/>
                  <a:pt x="25576" y="50767"/>
                  <a:pt x="26029" y="52128"/>
                </a:cubicBezTo>
                <a:cubicBezTo>
                  <a:pt x="26483" y="53489"/>
                  <a:pt x="27390" y="55529"/>
                  <a:pt x="29431" y="55529"/>
                </a:cubicBezTo>
                <a:cubicBezTo>
                  <a:pt x="31472" y="55529"/>
                  <a:pt x="54605" y="52581"/>
                  <a:pt x="56646" y="52128"/>
                </a:cubicBezTo>
                <a:cubicBezTo>
                  <a:pt x="58687" y="51675"/>
                  <a:pt x="60048" y="50313"/>
                  <a:pt x="60048" y="48726"/>
                </a:cubicBezTo>
                <a:cubicBezTo>
                  <a:pt x="60048" y="47138"/>
                  <a:pt x="57100" y="29903"/>
                  <a:pt x="56646" y="28315"/>
                </a:cubicBezTo>
                <a:cubicBezTo>
                  <a:pt x="56192" y="26728"/>
                  <a:pt x="55285" y="24913"/>
                  <a:pt x="53244" y="24913"/>
                </a:cubicBezTo>
                <a:cubicBezTo>
                  <a:pt x="51203" y="24913"/>
                  <a:pt x="27617" y="26955"/>
                  <a:pt x="26029" y="28315"/>
                </a:cubicBezTo>
                <a:cubicBezTo>
                  <a:pt x="24442" y="29677"/>
                  <a:pt x="28977" y="43963"/>
                  <a:pt x="29431" y="45324"/>
                </a:cubicBezTo>
                <a:cubicBezTo>
                  <a:pt x="29884" y="46685"/>
                  <a:pt x="32152" y="48273"/>
                  <a:pt x="32833" y="48726"/>
                </a:cubicBezTo>
                <a:cubicBezTo>
                  <a:pt x="33514" y="49179"/>
                  <a:pt x="37141" y="52128"/>
                  <a:pt x="39636" y="52128"/>
                </a:cubicBezTo>
                <a:cubicBezTo>
                  <a:pt x="42132" y="52128"/>
                  <a:pt x="68440" y="50313"/>
                  <a:pt x="70253" y="48726"/>
                </a:cubicBezTo>
                <a:cubicBezTo>
                  <a:pt x="72067" y="47138"/>
                  <a:pt x="67305" y="29903"/>
                  <a:pt x="66851" y="28315"/>
                </a:cubicBezTo>
                <a:cubicBezTo>
                  <a:pt x="66397" y="26728"/>
                  <a:pt x="63902" y="25140"/>
                  <a:pt x="63449" y="24913"/>
                </a:cubicBezTo>
                <a:cubicBezTo>
                  <a:pt x="62996" y="24687"/>
                  <a:pt x="60501" y="25140"/>
                  <a:pt x="60048" y="24913"/>
                </a:cubicBezTo>
                <a:cubicBezTo>
                  <a:pt x="59594" y="24687"/>
                  <a:pt x="58687" y="21511"/>
                  <a:pt x="56646" y="21511"/>
                </a:cubicBezTo>
                <a:cubicBezTo>
                  <a:pt x="54605" y="21511"/>
                  <a:pt x="31018" y="23099"/>
                  <a:pt x="29431" y="24913"/>
                </a:cubicBezTo>
                <a:cubicBezTo>
                  <a:pt x="27843" y="26728"/>
                  <a:pt x="29884" y="47365"/>
                  <a:pt x="32833" y="48726"/>
                </a:cubicBezTo>
                <a:cubicBezTo>
                  <a:pt x="35782" y="50087"/>
                  <a:pt x="70706" y="45777"/>
                  <a:pt x="73654" y="45324"/>
                </a:cubicBezTo>
                <a:cubicBezTo>
                  <a:pt x="76603" y="44871"/>
                  <a:pt x="76603" y="42376"/>
                  <a:pt x="77056" y="41922"/>
                </a:cubicBezTo>
                <a:cubicBezTo>
                  <a:pt x="77510" y="41469"/>
                  <a:pt x="80458" y="39882"/>
                  <a:pt x="80458" y="38521"/>
                </a:cubicBezTo>
                <a:cubicBezTo>
                  <a:pt x="80458" y="37160"/>
                  <a:pt x="77510" y="22872"/>
                  <a:pt x="77056" y="21511"/>
                </a:cubicBezTo>
                <a:cubicBezTo>
                  <a:pt x="76603" y="20151"/>
                  <a:pt x="74108" y="18563"/>
                  <a:pt x="73654" y="18110"/>
                </a:cubicBezTo>
                <a:cubicBezTo>
                  <a:pt x="73201" y="17656"/>
                  <a:pt x="70707" y="15162"/>
                  <a:pt x="70253" y="14708"/>
                </a:cubicBezTo>
                <a:cubicBezTo>
                  <a:pt x="69799" y="14255"/>
                  <a:pt x="68892" y="11306"/>
                  <a:pt x="66851" y="11306"/>
                </a:cubicBezTo>
                <a:cubicBezTo>
                  <a:pt x="64810" y="11306"/>
                  <a:pt x="41677" y="14255"/>
                  <a:pt x="39636" y="14708"/>
                </a:cubicBezTo>
                <a:cubicBezTo>
                  <a:pt x="37596" y="15162"/>
                  <a:pt x="36689" y="17656"/>
                  <a:pt x="36235" y="18110"/>
                </a:cubicBezTo>
                <a:cubicBezTo>
                  <a:pt x="35781" y="18563"/>
                  <a:pt x="33287" y="21058"/>
                  <a:pt x="32833" y="21511"/>
                </a:cubicBezTo>
                <a:cubicBezTo>
                  <a:pt x="32379" y="21965"/>
                  <a:pt x="29431" y="23553"/>
                  <a:pt x="29431" y="24913"/>
                </a:cubicBezTo>
                <a:cubicBezTo>
                  <a:pt x="29431" y="26275"/>
                  <a:pt x="32379" y="40561"/>
                  <a:pt x="32833" y="41922"/>
                </a:cubicBezTo>
                <a:cubicBezTo>
                  <a:pt x="33287" y="43283"/>
                  <a:pt x="35781" y="44871"/>
                  <a:pt x="36235" y="45324"/>
                </a:cubicBezTo>
                <a:cubicBezTo>
                  <a:pt x="36689" y="45777"/>
                  <a:pt x="37368" y="48726"/>
                  <a:pt x="39636" y="48726"/>
                </a:cubicBezTo>
                <a:cubicBezTo>
                  <a:pt x="41904" y="48726"/>
                  <a:pt x="68440" y="47138"/>
                  <a:pt x="70253" y="45324"/>
                </a:cubicBezTo>
                <a:cubicBezTo>
                  <a:pt x="72067" y="43509"/>
                  <a:pt x="67078" y="23326"/>
                  <a:pt x="66851" y="21511"/>
                </a:cubicBezTo>
                <a:cubicBezTo>
                  <a:pt x="66624" y="19697"/>
                  <a:pt x="67078" y="18563"/>
                  <a:pt x="66851" y="18110"/>
                </a:cubicBezTo>
                <a:cubicBezTo>
                  <a:pt x="66624" y="17656"/>
                  <a:pt x="63902" y="15162"/>
                  <a:pt x="63449" y="14708"/>
                </a:cubicBezTo>
                <a:cubicBezTo>
                  <a:pt x="62996" y="14255"/>
                  <a:pt x="61408" y="11533"/>
                  <a:pt x="60048" y="11306"/>
                </a:cubicBezTo>
                <a:cubicBezTo>
                  <a:pt x="58687" y="11079"/>
                  <a:pt x="44398" y="11079"/>
                  <a:pt x="43038" y="11306"/>
                </a:cubicBezTo>
                <a:cubicBezTo>
                  <a:pt x="41678" y="11533"/>
                  <a:pt x="40090" y="14028"/>
                  <a:pt x="39636" y="14708"/>
                </a:cubicBezTo>
                <a:cubicBezTo>
                  <a:pt x="39183" y="15389"/>
                  <a:pt x="36235" y="19923"/>
                  <a:pt x="36235" y="21511"/>
                </a:cubicBezTo>
                <a:cubicBezTo>
                  <a:pt x="36235" y="23099"/>
                  <a:pt x="37596" y="37613"/>
                  <a:pt x="39636" y="38521"/>
                </a:cubicBezTo>
                <a:cubicBezTo>
                  <a:pt x="41677" y="39428"/>
                  <a:pt x="64810" y="35573"/>
                  <a:pt x="66851" y="35119"/>
                </a:cubicBezTo>
                <a:cubicBezTo>
                  <a:pt x="68892" y="34665"/>
                  <a:pt x="70253" y="33077"/>
                  <a:pt x="70253" y="31717"/>
                </a:cubicBezTo>
                <a:cubicBezTo>
                  <a:pt x="70253" y="30355"/>
                  <a:pt x="68439" y="15615"/>
                  <a:pt x="66851" y="14708"/>
                </a:cubicBezTo>
                <a:cubicBezTo>
                  <a:pt x="65264" y="13801"/>
                  <a:pt x="48027" y="17656"/>
                  <a:pt x="46440" y="18110"/>
                </a:cubicBezTo>
                <a:cubicBezTo>
                  <a:pt x="44853" y="18563"/>
                  <a:pt x="43038" y="20151"/>
                  <a:pt x="43038" y="21511"/>
                </a:cubicBezTo>
                <a:cubicBezTo>
                  <a:pt x="43038" y="22872"/>
                  <a:pt x="45987" y="37160"/>
                  <a:pt x="46440" y="38521"/>
                </a:cubicBezTo>
                <a:cubicBezTo>
                  <a:pt x="46894" y="39882"/>
                  <a:pt x="49388" y="41469"/>
                  <a:pt x="49842" y="41922"/>
                </a:cubicBezTo>
                <a:cubicBezTo>
                  <a:pt x="50295" y="42376"/>
                  <a:pt x="52337" y="45324"/>
                  <a:pt x="53244" y="45324"/>
                </a:cubicBezTo>
                <a:cubicBezTo>
                  <a:pt x="54151" y="45324"/>
                  <a:pt x="62542" y="42376"/>
                  <a:pt x="63449" y="41922"/>
                </a:cubicBezTo>
                <a:cubicBezTo>
                  <a:pt x="64356" y="41469"/>
                  <a:pt x="66851" y="39655"/>
                  <a:pt x="66851" y="38521"/>
                </a:cubicBezTo>
                <a:cubicBezTo>
                  <a:pt x="66851" y="37387"/>
                  <a:pt x="63449" y="25367"/>
                  <a:pt x="63449" y="24913"/>
                </a:cubicBezTo>
                <a:cubicBezTo>
                  <a:pt x="63449" y="24459"/>
                  <a:pt x="66624" y="31263"/>
                  <a:pt x="70253" y="24913"/>
                </a:cubicBezTo>
                <a:close/>
              </a:path>
            </a:pathLst>
          </a:custGeom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0" name=""/>
          <p:cNvSpPr/>
          <p:nvPr/>
        </p:nvSpPr>
        <p:spPr>
          <a:xfrm>
            <a:off x="6098799" y="7547276"/>
            <a:ext cx="242602" cy="44171"/>
          </a:xfrm>
          <a:custGeom>
            <a:avLst/>
            <a:gdLst>
              <a:gd name="connsiteX0" fmla="*/ 31218 w 242602"/>
              <a:gd name="connsiteY0" fmla="*/ 27006 h 44171"/>
              <a:gd name="connsiteX1" fmla="*/ 143477 w 242602"/>
              <a:gd name="connsiteY1" fmla="*/ 30407 h 44171"/>
              <a:gd name="connsiteX2" fmla="*/ 218316 w 242602"/>
              <a:gd name="connsiteY2" fmla="*/ 33809 h 44171"/>
              <a:gd name="connsiteX3" fmla="*/ 204709 w 242602"/>
              <a:gd name="connsiteY3" fmla="*/ 30407 h 44171"/>
              <a:gd name="connsiteX4" fmla="*/ 187700 w 242602"/>
              <a:gd name="connsiteY4" fmla="*/ 30407 h 44171"/>
              <a:gd name="connsiteX5" fmla="*/ 184298 w 242602"/>
              <a:gd name="connsiteY5" fmla="*/ 27006 h 44171"/>
              <a:gd name="connsiteX6" fmla="*/ 78843 w 242602"/>
              <a:gd name="connsiteY6" fmla="*/ 23604 h 44171"/>
              <a:gd name="connsiteX7" fmla="*/ 72040 w 242602"/>
              <a:gd name="connsiteY7" fmla="*/ 27006 h 44171"/>
              <a:gd name="connsiteX8" fmla="*/ 102656 w 242602"/>
              <a:gd name="connsiteY8" fmla="*/ 27006 h 44171"/>
              <a:gd name="connsiteX9" fmla="*/ 106058 w 242602"/>
              <a:gd name="connsiteY9" fmla="*/ 30407 h 44171"/>
              <a:gd name="connsiteX10" fmla="*/ 170692 w 242602"/>
              <a:gd name="connsiteY10" fmla="*/ 33809 h 44171"/>
              <a:gd name="connsiteX11" fmla="*/ 194504 w 242602"/>
              <a:gd name="connsiteY11" fmla="*/ 37211 h 44171"/>
              <a:gd name="connsiteX12" fmla="*/ 109459 w 242602"/>
              <a:gd name="connsiteY12" fmla="*/ 37211 h 44171"/>
              <a:gd name="connsiteX13" fmla="*/ 112861 w 242602"/>
              <a:gd name="connsiteY13" fmla="*/ 40613 h 44171"/>
              <a:gd name="connsiteX14" fmla="*/ 194504 w 242602"/>
              <a:gd name="connsiteY14" fmla="*/ 40613 h 44171"/>
              <a:gd name="connsiteX15" fmla="*/ 197906 w 242602"/>
              <a:gd name="connsiteY15" fmla="*/ 37211 h 44171"/>
              <a:gd name="connsiteX16" fmla="*/ 218316 w 242602"/>
              <a:gd name="connsiteY16" fmla="*/ 33809 h 44171"/>
              <a:gd name="connsiteX17" fmla="*/ 228522 w 242602"/>
              <a:gd name="connsiteY17" fmla="*/ 30407 h 44171"/>
              <a:gd name="connsiteX18" fmla="*/ 231923 w 242602"/>
              <a:gd name="connsiteY18" fmla="*/ 27006 h 44171"/>
              <a:gd name="connsiteX19" fmla="*/ 41423 w 242602"/>
              <a:gd name="connsiteY19" fmla="*/ 30407 h 44171"/>
              <a:gd name="connsiteX20" fmla="*/ 82245 w 242602"/>
              <a:gd name="connsiteY20" fmla="*/ 33809 h 44171"/>
              <a:gd name="connsiteX21" fmla="*/ 109459 w 242602"/>
              <a:gd name="connsiteY21" fmla="*/ 37211 h 44171"/>
              <a:gd name="connsiteX22" fmla="*/ 85647 w 242602"/>
              <a:gd name="connsiteY22" fmla="*/ 40613 h 44171"/>
              <a:gd name="connsiteX23" fmla="*/ 68638 w 242602"/>
              <a:gd name="connsiteY23" fmla="*/ 44015 h 44171"/>
              <a:gd name="connsiteX24" fmla="*/ 24414 w 242602"/>
              <a:gd name="connsiteY24" fmla="*/ 40613 h 44171"/>
              <a:gd name="connsiteX25" fmla="*/ 68638 w 242602"/>
              <a:gd name="connsiteY25" fmla="*/ 37211 h 44171"/>
              <a:gd name="connsiteX26" fmla="*/ 51629 w 242602"/>
              <a:gd name="connsiteY26" fmla="*/ 33809 h 44171"/>
              <a:gd name="connsiteX27" fmla="*/ 61834 w 242602"/>
              <a:gd name="connsiteY27" fmla="*/ 33809 h 44171"/>
              <a:gd name="connsiteX28" fmla="*/ 65236 w 242602"/>
              <a:gd name="connsiteY28" fmla="*/ 30407 h 44171"/>
              <a:gd name="connsiteX29" fmla="*/ 75442 w 242602"/>
              <a:gd name="connsiteY29" fmla="*/ 30407 h 44171"/>
              <a:gd name="connsiteX30" fmla="*/ 78843 w 242602"/>
              <a:gd name="connsiteY30" fmla="*/ 27006 h 44171"/>
              <a:gd name="connsiteX31" fmla="*/ 75442 w 242602"/>
              <a:gd name="connsiteY31" fmla="*/ 30407 h 44171"/>
              <a:gd name="connsiteX32" fmla="*/ 95852 w 242602"/>
              <a:gd name="connsiteY32" fmla="*/ 33809 h 44171"/>
              <a:gd name="connsiteX33" fmla="*/ 133272 w 242602"/>
              <a:gd name="connsiteY33" fmla="*/ 37211 h 44171"/>
              <a:gd name="connsiteX34" fmla="*/ 174093 w 242602"/>
              <a:gd name="connsiteY34" fmla="*/ 37211 h 44171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42602" h="44171">
                <a:moveTo>
                  <a:pt x="31218" y="27006"/>
                </a:moveTo>
                <a:cubicBezTo>
                  <a:pt x="38702" y="27233"/>
                  <a:pt x="131004" y="29954"/>
                  <a:pt x="143477" y="30407"/>
                </a:cubicBezTo>
                <a:cubicBezTo>
                  <a:pt x="155950" y="30861"/>
                  <a:pt x="214235" y="33809"/>
                  <a:pt x="218316" y="33809"/>
                </a:cubicBezTo>
                <a:cubicBezTo>
                  <a:pt x="222398" y="33809"/>
                  <a:pt x="206750" y="30634"/>
                  <a:pt x="204709" y="30407"/>
                </a:cubicBezTo>
                <a:cubicBezTo>
                  <a:pt x="202668" y="30181"/>
                  <a:pt x="189061" y="30634"/>
                  <a:pt x="187700" y="30407"/>
                </a:cubicBezTo>
                <a:cubicBezTo>
                  <a:pt x="186340" y="30181"/>
                  <a:pt x="191555" y="27459"/>
                  <a:pt x="184298" y="27006"/>
                </a:cubicBezTo>
                <a:cubicBezTo>
                  <a:pt x="177041" y="26552"/>
                  <a:pt x="86327" y="23604"/>
                  <a:pt x="78843" y="23604"/>
                </a:cubicBezTo>
                <a:cubicBezTo>
                  <a:pt x="71359" y="23604"/>
                  <a:pt x="70452" y="26779"/>
                  <a:pt x="72040" y="27006"/>
                </a:cubicBezTo>
                <a:cubicBezTo>
                  <a:pt x="73628" y="27233"/>
                  <a:pt x="100388" y="26779"/>
                  <a:pt x="102656" y="27006"/>
                </a:cubicBezTo>
                <a:cubicBezTo>
                  <a:pt x="104924" y="27233"/>
                  <a:pt x="101522" y="29954"/>
                  <a:pt x="106058" y="30407"/>
                </a:cubicBezTo>
                <a:cubicBezTo>
                  <a:pt x="110594" y="30861"/>
                  <a:pt x="164796" y="33356"/>
                  <a:pt x="170692" y="33809"/>
                </a:cubicBezTo>
                <a:cubicBezTo>
                  <a:pt x="176588" y="34263"/>
                  <a:pt x="198586" y="36985"/>
                  <a:pt x="194504" y="37211"/>
                </a:cubicBezTo>
                <a:cubicBezTo>
                  <a:pt x="190421" y="37438"/>
                  <a:pt x="114902" y="36985"/>
                  <a:pt x="109459" y="37211"/>
                </a:cubicBezTo>
                <a:cubicBezTo>
                  <a:pt x="104016" y="37438"/>
                  <a:pt x="107191" y="40386"/>
                  <a:pt x="112861" y="40613"/>
                </a:cubicBezTo>
                <a:cubicBezTo>
                  <a:pt x="118530" y="40839"/>
                  <a:pt x="188834" y="40839"/>
                  <a:pt x="194504" y="40613"/>
                </a:cubicBezTo>
                <a:cubicBezTo>
                  <a:pt x="200173" y="40386"/>
                  <a:pt x="196318" y="37665"/>
                  <a:pt x="197906" y="37211"/>
                </a:cubicBezTo>
                <a:cubicBezTo>
                  <a:pt x="199493" y="36758"/>
                  <a:pt x="216275" y="34263"/>
                  <a:pt x="218316" y="33809"/>
                </a:cubicBezTo>
                <a:cubicBezTo>
                  <a:pt x="220358" y="33356"/>
                  <a:pt x="227615" y="30861"/>
                  <a:pt x="228522" y="30407"/>
                </a:cubicBezTo>
                <a:cubicBezTo>
                  <a:pt x="229428" y="29954"/>
                  <a:pt x="244396" y="27006"/>
                  <a:pt x="231923" y="27006"/>
                </a:cubicBezTo>
                <a:cubicBezTo>
                  <a:pt x="219450" y="27006"/>
                  <a:pt x="51402" y="29954"/>
                  <a:pt x="41423" y="30407"/>
                </a:cubicBezTo>
                <a:cubicBezTo>
                  <a:pt x="31445" y="30861"/>
                  <a:pt x="77710" y="33356"/>
                  <a:pt x="82245" y="33809"/>
                </a:cubicBezTo>
                <a:cubicBezTo>
                  <a:pt x="86781" y="34263"/>
                  <a:pt x="109232" y="36758"/>
                  <a:pt x="109459" y="37211"/>
                </a:cubicBezTo>
                <a:cubicBezTo>
                  <a:pt x="109686" y="37665"/>
                  <a:pt x="88368" y="40159"/>
                  <a:pt x="85647" y="40613"/>
                </a:cubicBezTo>
                <a:cubicBezTo>
                  <a:pt x="82926" y="41066"/>
                  <a:pt x="72720" y="44015"/>
                  <a:pt x="68638" y="44015"/>
                </a:cubicBezTo>
                <a:cubicBezTo>
                  <a:pt x="64556" y="44015"/>
                  <a:pt x="24414" y="41066"/>
                  <a:pt x="24414" y="40613"/>
                </a:cubicBezTo>
                <a:cubicBezTo>
                  <a:pt x="24414" y="40159"/>
                  <a:pt x="66824" y="37665"/>
                  <a:pt x="68638" y="37211"/>
                </a:cubicBezTo>
                <a:cubicBezTo>
                  <a:pt x="70452" y="36758"/>
                  <a:pt x="52083" y="34036"/>
                  <a:pt x="51629" y="33809"/>
                </a:cubicBezTo>
                <a:cubicBezTo>
                  <a:pt x="51175" y="33583"/>
                  <a:pt x="60927" y="34036"/>
                  <a:pt x="61834" y="33809"/>
                </a:cubicBezTo>
                <a:cubicBezTo>
                  <a:pt x="62742" y="33583"/>
                  <a:pt x="64328" y="30634"/>
                  <a:pt x="65236" y="30407"/>
                </a:cubicBezTo>
                <a:cubicBezTo>
                  <a:pt x="66143" y="30181"/>
                  <a:pt x="74534" y="30634"/>
                  <a:pt x="75442" y="30407"/>
                </a:cubicBezTo>
                <a:cubicBezTo>
                  <a:pt x="76348" y="30181"/>
                  <a:pt x="78843" y="27006"/>
                  <a:pt x="78843" y="27006"/>
                </a:cubicBezTo>
                <a:cubicBezTo>
                  <a:pt x="78843" y="27006"/>
                  <a:pt x="74308" y="29954"/>
                  <a:pt x="75442" y="30407"/>
                </a:cubicBezTo>
                <a:cubicBezTo>
                  <a:pt x="76575" y="30861"/>
                  <a:pt x="91997" y="33356"/>
                  <a:pt x="95852" y="33809"/>
                </a:cubicBezTo>
                <a:cubicBezTo>
                  <a:pt x="99707" y="34263"/>
                  <a:pt x="128055" y="36985"/>
                  <a:pt x="133272" y="37211"/>
                </a:cubicBezTo>
                <a:cubicBezTo>
                  <a:pt x="138488" y="37438"/>
                  <a:pt x="171371" y="37211"/>
                  <a:pt x="174093" y="37211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1" name=""/>
          <p:cNvSpPr/>
          <p:nvPr/>
        </p:nvSpPr>
        <p:spPr>
          <a:xfrm>
            <a:off x="5927540" y="7561064"/>
            <a:ext cx="125648" cy="27384"/>
          </a:xfrm>
          <a:custGeom>
            <a:avLst/>
            <a:gdLst>
              <a:gd name="connsiteX0" fmla="*/ 86817 w 125648"/>
              <a:gd name="connsiteY0" fmla="*/ 6414 h 27384"/>
              <a:gd name="connsiteX1" fmla="*/ 69807 w 125648"/>
              <a:gd name="connsiteY1" fmla="*/ 9816 h 27384"/>
              <a:gd name="connsiteX2" fmla="*/ 97022 w 125648"/>
              <a:gd name="connsiteY2" fmla="*/ 6414 h 27384"/>
              <a:gd name="connsiteX3" fmla="*/ 80013 w 125648"/>
              <a:gd name="connsiteY3" fmla="*/ 3012 h 27384"/>
              <a:gd name="connsiteX4" fmla="*/ 42593 w 125648"/>
              <a:gd name="connsiteY4" fmla="*/ -388 h 27384"/>
              <a:gd name="connsiteX5" fmla="*/ 97022 w 125648"/>
              <a:gd name="connsiteY5" fmla="*/ 3012 h 27384"/>
              <a:gd name="connsiteX6" fmla="*/ 80013 w 125648"/>
              <a:gd name="connsiteY6" fmla="*/ 6414 h 27384"/>
              <a:gd name="connsiteX7" fmla="*/ 86817 w 125648"/>
              <a:gd name="connsiteY7" fmla="*/ 9816 h 27384"/>
              <a:gd name="connsiteX8" fmla="*/ 110629 w 125648"/>
              <a:gd name="connsiteY8" fmla="*/ 13218 h 27384"/>
              <a:gd name="connsiteX9" fmla="*/ 97022 w 125648"/>
              <a:gd name="connsiteY9" fmla="*/ 16620 h 27384"/>
              <a:gd name="connsiteX10" fmla="*/ 93620 w 125648"/>
              <a:gd name="connsiteY10" fmla="*/ 20022 h 27384"/>
              <a:gd name="connsiteX11" fmla="*/ 97022 w 125648"/>
              <a:gd name="connsiteY11" fmla="*/ 23424 h 27384"/>
              <a:gd name="connsiteX12" fmla="*/ 93620 w 125648"/>
              <a:gd name="connsiteY12" fmla="*/ 26825 h 27384"/>
              <a:gd name="connsiteX13" fmla="*/ 90218 w 125648"/>
              <a:gd name="connsiteY13" fmla="*/ 26825 h 2738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5648" h="27384">
                <a:moveTo>
                  <a:pt x="86817" y="6414"/>
                </a:moveTo>
                <a:cubicBezTo>
                  <a:pt x="85683" y="6641"/>
                  <a:pt x="69127" y="9816"/>
                  <a:pt x="69807" y="9816"/>
                </a:cubicBezTo>
                <a:cubicBezTo>
                  <a:pt x="70488" y="9816"/>
                  <a:pt x="96341" y="6868"/>
                  <a:pt x="97022" y="6414"/>
                </a:cubicBezTo>
                <a:cubicBezTo>
                  <a:pt x="97702" y="5960"/>
                  <a:pt x="83641" y="3466"/>
                  <a:pt x="80013" y="3012"/>
                </a:cubicBezTo>
                <a:cubicBezTo>
                  <a:pt x="76383" y="2558"/>
                  <a:pt x="41459" y="-388"/>
                  <a:pt x="42593" y="-388"/>
                </a:cubicBezTo>
                <a:cubicBezTo>
                  <a:pt x="43727" y="-388"/>
                  <a:pt x="94527" y="2558"/>
                  <a:pt x="97022" y="3012"/>
                </a:cubicBezTo>
                <a:cubicBezTo>
                  <a:pt x="99517" y="3466"/>
                  <a:pt x="80693" y="5960"/>
                  <a:pt x="80013" y="6414"/>
                </a:cubicBezTo>
                <a:cubicBezTo>
                  <a:pt x="79331" y="6868"/>
                  <a:pt x="84775" y="9363"/>
                  <a:pt x="86817" y="9816"/>
                </a:cubicBezTo>
                <a:cubicBezTo>
                  <a:pt x="88858" y="10270"/>
                  <a:pt x="109949" y="12764"/>
                  <a:pt x="110629" y="13218"/>
                </a:cubicBezTo>
                <a:cubicBezTo>
                  <a:pt x="111310" y="13672"/>
                  <a:pt x="98155" y="16166"/>
                  <a:pt x="97022" y="16620"/>
                </a:cubicBezTo>
                <a:cubicBezTo>
                  <a:pt x="95888" y="17073"/>
                  <a:pt x="93620" y="19568"/>
                  <a:pt x="93620" y="20022"/>
                </a:cubicBezTo>
                <a:cubicBezTo>
                  <a:pt x="93620" y="20475"/>
                  <a:pt x="97022" y="22970"/>
                  <a:pt x="97022" y="23424"/>
                </a:cubicBezTo>
                <a:cubicBezTo>
                  <a:pt x="97022" y="23878"/>
                  <a:pt x="94073" y="26598"/>
                  <a:pt x="93620" y="26825"/>
                </a:cubicBezTo>
                <a:cubicBezTo>
                  <a:pt x="93166" y="27052"/>
                  <a:pt x="90445" y="26825"/>
                  <a:pt x="90218" y="26825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3" name=""/>
          <p:cNvSpPr/>
          <p:nvPr/>
        </p:nvSpPr>
        <p:spPr>
          <a:xfrm>
            <a:off x="7058407" y="8004348"/>
            <a:ext cx="150928" cy="105649"/>
          </a:xfrm>
          <a:custGeom>
            <a:avLst/>
            <a:gdLst>
              <a:gd name="connsiteX0" fmla="*/ 100381 w 150928"/>
              <a:gd name="connsiteY0" fmla="*/ 5004 h 105649"/>
              <a:gd name="connsiteX1" fmla="*/ 75316 w 150928"/>
              <a:gd name="connsiteY1" fmla="*/ 25057 h 105649"/>
              <a:gd name="connsiteX2" fmla="*/ 70302 w 150928"/>
              <a:gd name="connsiteY2" fmla="*/ 45110 h 105649"/>
              <a:gd name="connsiteX3" fmla="*/ 75316 w 150928"/>
              <a:gd name="connsiteY3" fmla="*/ 70175 h 105649"/>
              <a:gd name="connsiteX4" fmla="*/ 85342 w 150928"/>
              <a:gd name="connsiteY4" fmla="*/ 75189 h 105649"/>
              <a:gd name="connsiteX5" fmla="*/ 115421 w 150928"/>
              <a:gd name="connsiteY5" fmla="*/ 70175 h 105649"/>
              <a:gd name="connsiteX6" fmla="*/ 120434 w 150928"/>
              <a:gd name="connsiteY6" fmla="*/ 65162 h 105649"/>
              <a:gd name="connsiteX7" fmla="*/ 115421 w 150928"/>
              <a:gd name="connsiteY7" fmla="*/ 35083 h 105649"/>
              <a:gd name="connsiteX8" fmla="*/ 115421 w 150928"/>
              <a:gd name="connsiteY8" fmla="*/ 30070 h 105649"/>
              <a:gd name="connsiteX9" fmla="*/ 110408 w 150928"/>
              <a:gd name="connsiteY9" fmla="*/ 25057 h 105649"/>
              <a:gd name="connsiteX10" fmla="*/ 105394 w 150928"/>
              <a:gd name="connsiteY10" fmla="*/ 20044 h 105649"/>
              <a:gd name="connsiteX11" fmla="*/ 100381 w 150928"/>
              <a:gd name="connsiteY11" fmla="*/ 15031 h 105649"/>
              <a:gd name="connsiteX12" fmla="*/ 90355 w 150928"/>
              <a:gd name="connsiteY12" fmla="*/ 10018 h 105649"/>
              <a:gd name="connsiteX13" fmla="*/ 45236 w 150928"/>
              <a:gd name="connsiteY13" fmla="*/ 10018 h 105649"/>
              <a:gd name="connsiteX14" fmla="*/ 40224 w 150928"/>
              <a:gd name="connsiteY14" fmla="*/ 15031 h 105649"/>
              <a:gd name="connsiteX15" fmla="*/ 35210 w 150928"/>
              <a:gd name="connsiteY15" fmla="*/ 20044 h 105649"/>
              <a:gd name="connsiteX16" fmla="*/ 25184 w 150928"/>
              <a:gd name="connsiteY16" fmla="*/ 25057 h 105649"/>
              <a:gd name="connsiteX17" fmla="*/ 10144 w 150928"/>
              <a:gd name="connsiteY17" fmla="*/ 30070 h 105649"/>
              <a:gd name="connsiteX18" fmla="*/ 5131 w 150928"/>
              <a:gd name="connsiteY18" fmla="*/ 35083 h 105649"/>
              <a:gd name="connsiteX19" fmla="*/ 118 w 150928"/>
              <a:gd name="connsiteY19" fmla="*/ 40097 h 105649"/>
              <a:gd name="connsiteX20" fmla="*/ 5131 w 150928"/>
              <a:gd name="connsiteY20" fmla="*/ 65162 h 105649"/>
              <a:gd name="connsiteX21" fmla="*/ 10144 w 150928"/>
              <a:gd name="connsiteY21" fmla="*/ 70175 h 105649"/>
              <a:gd name="connsiteX22" fmla="*/ 15158 w 150928"/>
              <a:gd name="connsiteY22" fmla="*/ 80202 h 105649"/>
              <a:gd name="connsiteX23" fmla="*/ 20171 w 150928"/>
              <a:gd name="connsiteY23" fmla="*/ 85215 h 105649"/>
              <a:gd name="connsiteX24" fmla="*/ 30197 w 150928"/>
              <a:gd name="connsiteY24" fmla="*/ 90228 h 105649"/>
              <a:gd name="connsiteX25" fmla="*/ 45236 w 150928"/>
              <a:gd name="connsiteY25" fmla="*/ 90228 h 105649"/>
              <a:gd name="connsiteX26" fmla="*/ 50250 w 150928"/>
              <a:gd name="connsiteY26" fmla="*/ 95241 h 105649"/>
              <a:gd name="connsiteX27" fmla="*/ 105394 w 150928"/>
              <a:gd name="connsiteY27" fmla="*/ 90228 h 105649"/>
              <a:gd name="connsiteX28" fmla="*/ 110408 w 150928"/>
              <a:gd name="connsiteY28" fmla="*/ 85215 h 105649"/>
              <a:gd name="connsiteX29" fmla="*/ 115421 w 150928"/>
              <a:gd name="connsiteY29" fmla="*/ 80202 h 105649"/>
              <a:gd name="connsiteX30" fmla="*/ 120434 w 150928"/>
              <a:gd name="connsiteY30" fmla="*/ 75189 h 105649"/>
              <a:gd name="connsiteX31" fmla="*/ 115421 w 150928"/>
              <a:gd name="connsiteY31" fmla="*/ 35083 h 105649"/>
              <a:gd name="connsiteX32" fmla="*/ 110408 w 150928"/>
              <a:gd name="connsiteY32" fmla="*/ 30070 h 105649"/>
              <a:gd name="connsiteX33" fmla="*/ 60276 w 150928"/>
              <a:gd name="connsiteY33" fmla="*/ 35083 h 105649"/>
              <a:gd name="connsiteX34" fmla="*/ 55263 w 150928"/>
              <a:gd name="connsiteY34" fmla="*/ 40097 h 105649"/>
              <a:gd name="connsiteX35" fmla="*/ 60276 w 150928"/>
              <a:gd name="connsiteY35" fmla="*/ 85215 h 105649"/>
              <a:gd name="connsiteX36" fmla="*/ 65289 w 150928"/>
              <a:gd name="connsiteY36" fmla="*/ 90228 h 105649"/>
              <a:gd name="connsiteX37" fmla="*/ 70302 w 150928"/>
              <a:gd name="connsiteY37" fmla="*/ 95241 h 105649"/>
              <a:gd name="connsiteX38" fmla="*/ 100381 w 150928"/>
              <a:gd name="connsiteY38" fmla="*/ 95241 h 105649"/>
              <a:gd name="connsiteX39" fmla="*/ 105394 w 150928"/>
              <a:gd name="connsiteY39" fmla="*/ 90228 h 105649"/>
              <a:gd name="connsiteX40" fmla="*/ 110408 w 150928"/>
              <a:gd name="connsiteY40" fmla="*/ 85215 h 105649"/>
              <a:gd name="connsiteX41" fmla="*/ 115421 w 150928"/>
              <a:gd name="connsiteY41" fmla="*/ 80202 h 105649"/>
              <a:gd name="connsiteX42" fmla="*/ 120434 w 150928"/>
              <a:gd name="connsiteY42" fmla="*/ 75189 h 105649"/>
              <a:gd name="connsiteX43" fmla="*/ 125447 w 150928"/>
              <a:gd name="connsiteY43" fmla="*/ 70175 h 105649"/>
              <a:gd name="connsiteX44" fmla="*/ 130460 w 150928"/>
              <a:gd name="connsiteY44" fmla="*/ 65162 h 105649"/>
              <a:gd name="connsiteX45" fmla="*/ 135474 w 150928"/>
              <a:gd name="connsiteY45" fmla="*/ 60149 h 105649"/>
              <a:gd name="connsiteX46" fmla="*/ 135474 w 150928"/>
              <a:gd name="connsiteY46" fmla="*/ 50123 h 105649"/>
              <a:gd name="connsiteX47" fmla="*/ 140486 w 150928"/>
              <a:gd name="connsiteY47" fmla="*/ 45110 h 105649"/>
              <a:gd name="connsiteX48" fmla="*/ 140486 w 150928"/>
              <a:gd name="connsiteY48" fmla="*/ 15031 h 105649"/>
              <a:gd name="connsiteX49" fmla="*/ 135474 w 150928"/>
              <a:gd name="connsiteY49" fmla="*/ 10018 h 105649"/>
              <a:gd name="connsiteX50" fmla="*/ 90355 w 150928"/>
              <a:gd name="connsiteY50" fmla="*/ 10018 h 105649"/>
              <a:gd name="connsiteX51" fmla="*/ 85342 w 150928"/>
              <a:gd name="connsiteY51" fmla="*/ 15031 h 105649"/>
              <a:gd name="connsiteX52" fmla="*/ 80329 w 150928"/>
              <a:gd name="connsiteY52" fmla="*/ 15031 h 105649"/>
              <a:gd name="connsiteX53" fmla="*/ 75316 w 150928"/>
              <a:gd name="connsiteY53" fmla="*/ 20044 h 105649"/>
              <a:gd name="connsiteX54" fmla="*/ 70302 w 150928"/>
              <a:gd name="connsiteY54" fmla="*/ 25057 h 105649"/>
              <a:gd name="connsiteX55" fmla="*/ 65289 w 150928"/>
              <a:gd name="connsiteY55" fmla="*/ 25057 h 105649"/>
              <a:gd name="connsiteX56" fmla="*/ 60276 w 150928"/>
              <a:gd name="connsiteY56" fmla="*/ 30070 h 105649"/>
              <a:gd name="connsiteX57" fmla="*/ 65289 w 150928"/>
              <a:gd name="connsiteY57" fmla="*/ 75189 h 105649"/>
              <a:gd name="connsiteX58" fmla="*/ 70302 w 150928"/>
              <a:gd name="connsiteY58" fmla="*/ 80202 h 105649"/>
              <a:gd name="connsiteX59" fmla="*/ 75316 w 150928"/>
              <a:gd name="connsiteY59" fmla="*/ 85215 h 105649"/>
              <a:gd name="connsiteX60" fmla="*/ 80329 w 150928"/>
              <a:gd name="connsiteY60" fmla="*/ 90228 h 105649"/>
              <a:gd name="connsiteX61" fmla="*/ 90355 w 150928"/>
              <a:gd name="connsiteY61" fmla="*/ 90228 h 105649"/>
              <a:gd name="connsiteX62" fmla="*/ 95368 w 150928"/>
              <a:gd name="connsiteY62" fmla="*/ 95241 h 105649"/>
              <a:gd name="connsiteX63" fmla="*/ 105394 w 150928"/>
              <a:gd name="connsiteY63" fmla="*/ 100254 h 105649"/>
              <a:gd name="connsiteX64" fmla="*/ 125447 w 150928"/>
              <a:gd name="connsiteY64" fmla="*/ 95241 h 105649"/>
              <a:gd name="connsiteX65" fmla="*/ 130460 w 150928"/>
              <a:gd name="connsiteY65" fmla="*/ 90228 h 105649"/>
              <a:gd name="connsiteX66" fmla="*/ 125447 w 150928"/>
              <a:gd name="connsiteY66" fmla="*/ 35083 h 105649"/>
              <a:gd name="connsiteX67" fmla="*/ 120434 w 150928"/>
              <a:gd name="connsiteY67" fmla="*/ 30070 h 105649"/>
              <a:gd name="connsiteX68" fmla="*/ 115421 w 150928"/>
              <a:gd name="connsiteY68" fmla="*/ 30070 h 105649"/>
              <a:gd name="connsiteX69" fmla="*/ 110408 w 150928"/>
              <a:gd name="connsiteY69" fmla="*/ 25057 h 105649"/>
              <a:gd name="connsiteX70" fmla="*/ 105394 w 150928"/>
              <a:gd name="connsiteY70" fmla="*/ 25057 h 105649"/>
              <a:gd name="connsiteX71" fmla="*/ 100381 w 150928"/>
              <a:gd name="connsiteY71" fmla="*/ 20044 h 105649"/>
              <a:gd name="connsiteX72" fmla="*/ 95368 w 150928"/>
              <a:gd name="connsiteY72" fmla="*/ 15031 h 105649"/>
              <a:gd name="connsiteX73" fmla="*/ 40224 w 150928"/>
              <a:gd name="connsiteY73" fmla="*/ 15031 h 105649"/>
              <a:gd name="connsiteX74" fmla="*/ 35210 w 150928"/>
              <a:gd name="connsiteY74" fmla="*/ 20044 h 105649"/>
              <a:gd name="connsiteX75" fmla="*/ 30197 w 150928"/>
              <a:gd name="connsiteY75" fmla="*/ 25057 h 105649"/>
              <a:gd name="connsiteX76" fmla="*/ 30197 w 150928"/>
              <a:gd name="connsiteY76" fmla="*/ 70175 h 105649"/>
              <a:gd name="connsiteX77" fmla="*/ 35210 w 150928"/>
              <a:gd name="connsiteY77" fmla="*/ 75189 h 105649"/>
              <a:gd name="connsiteX78" fmla="*/ 40224 w 150928"/>
              <a:gd name="connsiteY78" fmla="*/ 80202 h 105649"/>
              <a:gd name="connsiteX79" fmla="*/ 45236 w 150928"/>
              <a:gd name="connsiteY79" fmla="*/ 85215 h 105649"/>
              <a:gd name="connsiteX80" fmla="*/ 50250 w 150928"/>
              <a:gd name="connsiteY80" fmla="*/ 90228 h 105649"/>
              <a:gd name="connsiteX81" fmla="*/ 55263 w 150928"/>
              <a:gd name="connsiteY81" fmla="*/ 95241 h 105649"/>
              <a:gd name="connsiteX82" fmla="*/ 60276 w 150928"/>
              <a:gd name="connsiteY82" fmla="*/ 100254 h 105649"/>
              <a:gd name="connsiteX83" fmla="*/ 75316 w 150928"/>
              <a:gd name="connsiteY83" fmla="*/ 105268 h 105649"/>
              <a:gd name="connsiteX84" fmla="*/ 115421 w 150928"/>
              <a:gd name="connsiteY84" fmla="*/ 100254 h 105649"/>
              <a:gd name="connsiteX85" fmla="*/ 120434 w 150928"/>
              <a:gd name="connsiteY85" fmla="*/ 95241 h 105649"/>
              <a:gd name="connsiteX86" fmla="*/ 130460 w 150928"/>
              <a:gd name="connsiteY86" fmla="*/ 90228 h 105649"/>
              <a:gd name="connsiteX87" fmla="*/ 135474 w 150928"/>
              <a:gd name="connsiteY87" fmla="*/ 85215 h 105649"/>
              <a:gd name="connsiteX88" fmla="*/ 140486 w 150928"/>
              <a:gd name="connsiteY88" fmla="*/ 80202 h 105649"/>
              <a:gd name="connsiteX89" fmla="*/ 145500 w 150928"/>
              <a:gd name="connsiteY89" fmla="*/ 75189 h 105649"/>
              <a:gd name="connsiteX90" fmla="*/ 150513 w 150928"/>
              <a:gd name="connsiteY90" fmla="*/ 65162 h 105649"/>
              <a:gd name="connsiteX91" fmla="*/ 145500 w 150928"/>
              <a:gd name="connsiteY91" fmla="*/ 35083 h 105649"/>
              <a:gd name="connsiteX92" fmla="*/ 140486 w 150928"/>
              <a:gd name="connsiteY92" fmla="*/ 30070 h 105649"/>
              <a:gd name="connsiteX93" fmla="*/ 135474 w 150928"/>
              <a:gd name="connsiteY93" fmla="*/ 25057 h 105649"/>
              <a:gd name="connsiteX94" fmla="*/ 95368 w 150928"/>
              <a:gd name="connsiteY94" fmla="*/ 30070 h 105649"/>
              <a:gd name="connsiteX95" fmla="*/ 85342 w 150928"/>
              <a:gd name="connsiteY95" fmla="*/ 30070 h 105649"/>
              <a:gd name="connsiteX96" fmla="*/ 80329 w 150928"/>
              <a:gd name="connsiteY96" fmla="*/ 35083 h 105649"/>
              <a:gd name="connsiteX97" fmla="*/ 75316 w 150928"/>
              <a:gd name="connsiteY97" fmla="*/ 40097 h 105649"/>
              <a:gd name="connsiteX98" fmla="*/ 70302 w 150928"/>
              <a:gd name="connsiteY98" fmla="*/ 45110 h 105649"/>
              <a:gd name="connsiteX99" fmla="*/ 65289 w 150928"/>
              <a:gd name="connsiteY99" fmla="*/ 50123 h 105649"/>
              <a:gd name="connsiteX100" fmla="*/ 60276 w 150928"/>
              <a:gd name="connsiteY100" fmla="*/ 60149 h 105649"/>
              <a:gd name="connsiteX101" fmla="*/ 65289 w 150928"/>
              <a:gd name="connsiteY101" fmla="*/ 95241 h 105649"/>
              <a:gd name="connsiteX102" fmla="*/ 70302 w 150928"/>
              <a:gd name="connsiteY102" fmla="*/ 100254 h 105649"/>
              <a:gd name="connsiteX103" fmla="*/ 90355 w 150928"/>
              <a:gd name="connsiteY103" fmla="*/ 95241 h 105649"/>
              <a:gd name="connsiteX104" fmla="*/ 95368 w 150928"/>
              <a:gd name="connsiteY104" fmla="*/ 95241 h 105649"/>
              <a:gd name="connsiteX105" fmla="*/ 100381 w 150928"/>
              <a:gd name="connsiteY105" fmla="*/ 90228 h 105649"/>
              <a:gd name="connsiteX106" fmla="*/ 105394 w 150928"/>
              <a:gd name="connsiteY106" fmla="*/ 85215 h 105649"/>
              <a:gd name="connsiteX107" fmla="*/ 110408 w 150928"/>
              <a:gd name="connsiteY107" fmla="*/ 80202 h 105649"/>
              <a:gd name="connsiteX108" fmla="*/ 115421 w 150928"/>
              <a:gd name="connsiteY108" fmla="*/ 75189 h 105649"/>
              <a:gd name="connsiteX109" fmla="*/ 120434 w 150928"/>
              <a:gd name="connsiteY109" fmla="*/ 70175 h 105649"/>
              <a:gd name="connsiteX110" fmla="*/ 125447 w 150928"/>
              <a:gd name="connsiteY110" fmla="*/ 65162 h 105649"/>
              <a:gd name="connsiteX111" fmla="*/ 130460 w 150928"/>
              <a:gd name="connsiteY111" fmla="*/ 55136 h 105649"/>
              <a:gd name="connsiteX112" fmla="*/ 135474 w 150928"/>
              <a:gd name="connsiteY112" fmla="*/ 45110 h 105649"/>
              <a:gd name="connsiteX113" fmla="*/ 130460 w 150928"/>
              <a:gd name="connsiteY113" fmla="*/ 5004 h 105649"/>
              <a:gd name="connsiteX114" fmla="*/ 125447 w 150928"/>
              <a:gd name="connsiteY114" fmla="*/ -8 h 105649"/>
              <a:gd name="connsiteX115" fmla="*/ 95368 w 150928"/>
              <a:gd name="connsiteY115" fmla="*/ 5004 h 105649"/>
              <a:gd name="connsiteX116" fmla="*/ 85342 w 150928"/>
              <a:gd name="connsiteY116" fmla="*/ 5004 h 105649"/>
              <a:gd name="connsiteX117" fmla="*/ 80329 w 150928"/>
              <a:gd name="connsiteY117" fmla="*/ 10018 h 105649"/>
              <a:gd name="connsiteX118" fmla="*/ 75316 w 150928"/>
              <a:gd name="connsiteY118" fmla="*/ 10018 h 105649"/>
              <a:gd name="connsiteX119" fmla="*/ 70302 w 150928"/>
              <a:gd name="connsiteY119" fmla="*/ 15031 h 105649"/>
              <a:gd name="connsiteX120" fmla="*/ 65289 w 150928"/>
              <a:gd name="connsiteY120" fmla="*/ 20044 h 105649"/>
              <a:gd name="connsiteX121" fmla="*/ 60276 w 150928"/>
              <a:gd name="connsiteY121" fmla="*/ 25057 h 105649"/>
              <a:gd name="connsiteX122" fmla="*/ 55263 w 150928"/>
              <a:gd name="connsiteY122" fmla="*/ 30070 h 105649"/>
              <a:gd name="connsiteX123" fmla="*/ 60276 w 150928"/>
              <a:gd name="connsiteY123" fmla="*/ 70175 h 105649"/>
              <a:gd name="connsiteX124" fmla="*/ 70302 w 150928"/>
              <a:gd name="connsiteY124" fmla="*/ 70175 h 105649"/>
              <a:gd name="connsiteX125" fmla="*/ 75316 w 150928"/>
              <a:gd name="connsiteY125" fmla="*/ 75189 h 105649"/>
              <a:gd name="connsiteX126" fmla="*/ 115421 w 150928"/>
              <a:gd name="connsiteY126" fmla="*/ 70175 h 105649"/>
              <a:gd name="connsiteX127" fmla="*/ 125447 w 150928"/>
              <a:gd name="connsiteY127" fmla="*/ 70175 h 105649"/>
              <a:gd name="connsiteX128" fmla="*/ 130460 w 150928"/>
              <a:gd name="connsiteY128" fmla="*/ 65162 h 105649"/>
              <a:gd name="connsiteX129" fmla="*/ 135474 w 150928"/>
              <a:gd name="connsiteY129" fmla="*/ 60149 h 105649"/>
              <a:gd name="connsiteX130" fmla="*/ 140486 w 150928"/>
              <a:gd name="connsiteY130" fmla="*/ 55136 h 105649"/>
              <a:gd name="connsiteX131" fmla="*/ 145500 w 150928"/>
              <a:gd name="connsiteY131" fmla="*/ 50123 h 105649"/>
              <a:gd name="connsiteX132" fmla="*/ 140486 w 150928"/>
              <a:gd name="connsiteY132" fmla="*/ 45110 h 105649"/>
              <a:gd name="connsiteX133" fmla="*/ 135474 w 150928"/>
              <a:gd name="connsiteY133" fmla="*/ 40097 h 105649"/>
              <a:gd name="connsiteX134" fmla="*/ 130460 w 150928"/>
              <a:gd name="connsiteY134" fmla="*/ 40097 h 105649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</a:cxnLst>
            <a:rect l="l" t="t" r="r" b="b"/>
            <a:pathLst>
              <a:path w="150928" h="105649">
                <a:moveTo>
                  <a:pt x="100381" y="5004"/>
                </a:moveTo>
                <a:cubicBezTo>
                  <a:pt x="98710" y="6340"/>
                  <a:pt x="77321" y="22383"/>
                  <a:pt x="75316" y="25057"/>
                </a:cubicBezTo>
                <a:cubicBezTo>
                  <a:pt x="73310" y="27730"/>
                  <a:pt x="70302" y="42102"/>
                  <a:pt x="70302" y="45110"/>
                </a:cubicBezTo>
                <a:cubicBezTo>
                  <a:pt x="70302" y="48118"/>
                  <a:pt x="74313" y="68170"/>
                  <a:pt x="75316" y="70175"/>
                </a:cubicBezTo>
                <a:cubicBezTo>
                  <a:pt x="76318" y="72180"/>
                  <a:pt x="82668" y="75189"/>
                  <a:pt x="85342" y="75189"/>
                </a:cubicBezTo>
                <a:cubicBezTo>
                  <a:pt x="88016" y="75189"/>
                  <a:pt x="113082" y="70844"/>
                  <a:pt x="115421" y="70175"/>
                </a:cubicBezTo>
                <a:cubicBezTo>
                  <a:pt x="117760" y="69506"/>
                  <a:pt x="120434" y="67502"/>
                  <a:pt x="120434" y="65162"/>
                </a:cubicBezTo>
                <a:cubicBezTo>
                  <a:pt x="120434" y="62823"/>
                  <a:pt x="115755" y="37422"/>
                  <a:pt x="115421" y="35083"/>
                </a:cubicBezTo>
                <a:cubicBezTo>
                  <a:pt x="115086" y="32744"/>
                  <a:pt x="115755" y="30739"/>
                  <a:pt x="115421" y="30070"/>
                </a:cubicBezTo>
                <a:cubicBezTo>
                  <a:pt x="115086" y="29402"/>
                  <a:pt x="111076" y="25726"/>
                  <a:pt x="110408" y="25057"/>
                </a:cubicBezTo>
                <a:cubicBezTo>
                  <a:pt x="109740" y="24388"/>
                  <a:pt x="106062" y="20712"/>
                  <a:pt x="105394" y="20044"/>
                </a:cubicBezTo>
                <a:cubicBezTo>
                  <a:pt x="104726" y="19376"/>
                  <a:pt x="101384" y="15699"/>
                  <a:pt x="100381" y="15031"/>
                </a:cubicBezTo>
                <a:cubicBezTo>
                  <a:pt x="99378" y="14363"/>
                  <a:pt x="94032" y="10352"/>
                  <a:pt x="90355" y="10018"/>
                </a:cubicBezTo>
                <a:cubicBezTo>
                  <a:pt x="86678" y="9684"/>
                  <a:pt x="48578" y="9684"/>
                  <a:pt x="45236" y="10018"/>
                </a:cubicBezTo>
                <a:cubicBezTo>
                  <a:pt x="41894" y="10352"/>
                  <a:pt x="40892" y="14362"/>
                  <a:pt x="40224" y="15031"/>
                </a:cubicBezTo>
                <a:cubicBezTo>
                  <a:pt x="39555" y="15700"/>
                  <a:pt x="36214" y="19376"/>
                  <a:pt x="35210" y="20044"/>
                </a:cubicBezTo>
                <a:cubicBezTo>
                  <a:pt x="34208" y="20712"/>
                  <a:pt x="26854" y="24388"/>
                  <a:pt x="25184" y="25057"/>
                </a:cubicBezTo>
                <a:cubicBezTo>
                  <a:pt x="23513" y="25726"/>
                  <a:pt x="11481" y="29402"/>
                  <a:pt x="10144" y="30070"/>
                </a:cubicBezTo>
                <a:cubicBezTo>
                  <a:pt x="8808" y="30739"/>
                  <a:pt x="5800" y="34414"/>
                  <a:pt x="5131" y="35083"/>
                </a:cubicBezTo>
                <a:cubicBezTo>
                  <a:pt x="4462" y="35752"/>
                  <a:pt x="118" y="38092"/>
                  <a:pt x="118" y="40097"/>
                </a:cubicBezTo>
                <a:cubicBezTo>
                  <a:pt x="118" y="42102"/>
                  <a:pt x="4462" y="63158"/>
                  <a:pt x="5131" y="65162"/>
                </a:cubicBezTo>
                <a:cubicBezTo>
                  <a:pt x="5800" y="67168"/>
                  <a:pt x="9476" y="69172"/>
                  <a:pt x="10144" y="70175"/>
                </a:cubicBezTo>
                <a:cubicBezTo>
                  <a:pt x="10813" y="71178"/>
                  <a:pt x="14489" y="79199"/>
                  <a:pt x="15158" y="80202"/>
                </a:cubicBezTo>
                <a:cubicBezTo>
                  <a:pt x="15826" y="81204"/>
                  <a:pt x="19168" y="84546"/>
                  <a:pt x="20171" y="85215"/>
                </a:cubicBezTo>
                <a:cubicBezTo>
                  <a:pt x="21173" y="85884"/>
                  <a:pt x="28526" y="89894"/>
                  <a:pt x="30197" y="90228"/>
                </a:cubicBezTo>
                <a:cubicBezTo>
                  <a:pt x="31868" y="90563"/>
                  <a:pt x="43899" y="89894"/>
                  <a:pt x="45236" y="90228"/>
                </a:cubicBezTo>
                <a:cubicBezTo>
                  <a:pt x="46573" y="90563"/>
                  <a:pt x="46239" y="95241"/>
                  <a:pt x="50250" y="95241"/>
                </a:cubicBezTo>
                <a:cubicBezTo>
                  <a:pt x="54260" y="95241"/>
                  <a:pt x="101384" y="90897"/>
                  <a:pt x="105394" y="90228"/>
                </a:cubicBezTo>
                <a:cubicBezTo>
                  <a:pt x="109405" y="89560"/>
                  <a:pt x="109739" y="85884"/>
                  <a:pt x="110408" y="85215"/>
                </a:cubicBezTo>
                <a:cubicBezTo>
                  <a:pt x="111076" y="84546"/>
                  <a:pt x="114752" y="80870"/>
                  <a:pt x="115421" y="80202"/>
                </a:cubicBezTo>
                <a:cubicBezTo>
                  <a:pt x="116089" y="79533"/>
                  <a:pt x="120434" y="78197"/>
                  <a:pt x="120434" y="75189"/>
                </a:cubicBezTo>
                <a:cubicBezTo>
                  <a:pt x="120434" y="72181"/>
                  <a:pt x="116089" y="38091"/>
                  <a:pt x="115421" y="35083"/>
                </a:cubicBezTo>
                <a:cubicBezTo>
                  <a:pt x="114752" y="32075"/>
                  <a:pt x="114084" y="30070"/>
                  <a:pt x="110408" y="30070"/>
                </a:cubicBezTo>
                <a:cubicBezTo>
                  <a:pt x="106732" y="30070"/>
                  <a:pt x="63952" y="34414"/>
                  <a:pt x="60276" y="35083"/>
                </a:cubicBezTo>
                <a:cubicBezTo>
                  <a:pt x="56600" y="35752"/>
                  <a:pt x="55263" y="36755"/>
                  <a:pt x="55263" y="40097"/>
                </a:cubicBezTo>
                <a:cubicBezTo>
                  <a:pt x="55263" y="43440"/>
                  <a:pt x="59608" y="81872"/>
                  <a:pt x="60276" y="85215"/>
                </a:cubicBezTo>
                <a:cubicBezTo>
                  <a:pt x="60944" y="88557"/>
                  <a:pt x="64621" y="89560"/>
                  <a:pt x="65289" y="90228"/>
                </a:cubicBezTo>
                <a:cubicBezTo>
                  <a:pt x="65957" y="90897"/>
                  <a:pt x="67962" y="94907"/>
                  <a:pt x="70302" y="95241"/>
                </a:cubicBezTo>
                <a:cubicBezTo>
                  <a:pt x="72642" y="95575"/>
                  <a:pt x="98042" y="95575"/>
                  <a:pt x="100381" y="95241"/>
                </a:cubicBezTo>
                <a:cubicBezTo>
                  <a:pt x="102720" y="94907"/>
                  <a:pt x="104726" y="90897"/>
                  <a:pt x="105394" y="90228"/>
                </a:cubicBezTo>
                <a:cubicBezTo>
                  <a:pt x="106062" y="89560"/>
                  <a:pt x="109739" y="85884"/>
                  <a:pt x="110408" y="85215"/>
                </a:cubicBezTo>
                <a:cubicBezTo>
                  <a:pt x="111076" y="84546"/>
                  <a:pt x="114752" y="80870"/>
                  <a:pt x="115421" y="80202"/>
                </a:cubicBezTo>
                <a:cubicBezTo>
                  <a:pt x="116089" y="79533"/>
                  <a:pt x="119765" y="75857"/>
                  <a:pt x="120434" y="75189"/>
                </a:cubicBezTo>
                <a:cubicBezTo>
                  <a:pt x="121102" y="74520"/>
                  <a:pt x="124778" y="70844"/>
                  <a:pt x="125447" y="70175"/>
                </a:cubicBezTo>
                <a:cubicBezTo>
                  <a:pt x="126116" y="69506"/>
                  <a:pt x="129792" y="65831"/>
                  <a:pt x="130460" y="65162"/>
                </a:cubicBezTo>
                <a:cubicBezTo>
                  <a:pt x="131129" y="64494"/>
                  <a:pt x="135139" y="61151"/>
                  <a:pt x="135474" y="60149"/>
                </a:cubicBezTo>
                <a:cubicBezTo>
                  <a:pt x="135808" y="59147"/>
                  <a:pt x="135139" y="51126"/>
                  <a:pt x="135474" y="50123"/>
                </a:cubicBezTo>
                <a:cubicBezTo>
                  <a:pt x="135808" y="49120"/>
                  <a:pt x="140152" y="47449"/>
                  <a:pt x="140486" y="45110"/>
                </a:cubicBezTo>
                <a:cubicBezTo>
                  <a:pt x="140820" y="42770"/>
                  <a:pt x="140820" y="17370"/>
                  <a:pt x="140486" y="15031"/>
                </a:cubicBezTo>
                <a:cubicBezTo>
                  <a:pt x="140152" y="12692"/>
                  <a:pt x="138816" y="10352"/>
                  <a:pt x="135474" y="10018"/>
                </a:cubicBezTo>
                <a:cubicBezTo>
                  <a:pt x="132132" y="9684"/>
                  <a:pt x="93697" y="9684"/>
                  <a:pt x="90355" y="10018"/>
                </a:cubicBezTo>
                <a:cubicBezTo>
                  <a:pt x="87012" y="10352"/>
                  <a:pt x="86010" y="14696"/>
                  <a:pt x="85342" y="15031"/>
                </a:cubicBezTo>
                <a:cubicBezTo>
                  <a:pt x="84673" y="15365"/>
                  <a:pt x="80998" y="14697"/>
                  <a:pt x="80329" y="15031"/>
                </a:cubicBezTo>
                <a:cubicBezTo>
                  <a:pt x="79661" y="15364"/>
                  <a:pt x="75984" y="19376"/>
                  <a:pt x="75316" y="20044"/>
                </a:cubicBezTo>
                <a:cubicBezTo>
                  <a:pt x="74647" y="20712"/>
                  <a:pt x="70971" y="24722"/>
                  <a:pt x="70302" y="25057"/>
                </a:cubicBezTo>
                <a:cubicBezTo>
                  <a:pt x="69634" y="25391"/>
                  <a:pt x="65957" y="24722"/>
                  <a:pt x="65289" y="25057"/>
                </a:cubicBezTo>
                <a:cubicBezTo>
                  <a:pt x="64621" y="25391"/>
                  <a:pt x="60276" y="26728"/>
                  <a:pt x="60276" y="30070"/>
                </a:cubicBezTo>
                <a:cubicBezTo>
                  <a:pt x="60276" y="33413"/>
                  <a:pt x="64621" y="71846"/>
                  <a:pt x="65289" y="75189"/>
                </a:cubicBezTo>
                <a:cubicBezTo>
                  <a:pt x="65957" y="78531"/>
                  <a:pt x="69634" y="79533"/>
                  <a:pt x="70302" y="80202"/>
                </a:cubicBezTo>
                <a:cubicBezTo>
                  <a:pt x="70971" y="80870"/>
                  <a:pt x="74647" y="84546"/>
                  <a:pt x="75316" y="85215"/>
                </a:cubicBezTo>
                <a:cubicBezTo>
                  <a:pt x="75984" y="85884"/>
                  <a:pt x="79326" y="89894"/>
                  <a:pt x="80329" y="90228"/>
                </a:cubicBezTo>
                <a:cubicBezTo>
                  <a:pt x="81332" y="90563"/>
                  <a:pt x="89352" y="89894"/>
                  <a:pt x="90355" y="90228"/>
                </a:cubicBezTo>
                <a:cubicBezTo>
                  <a:pt x="91358" y="90563"/>
                  <a:pt x="94365" y="94572"/>
                  <a:pt x="95368" y="95241"/>
                </a:cubicBezTo>
                <a:cubicBezTo>
                  <a:pt x="96371" y="95910"/>
                  <a:pt x="103390" y="100254"/>
                  <a:pt x="105394" y="100254"/>
                </a:cubicBezTo>
                <a:cubicBezTo>
                  <a:pt x="107400" y="100254"/>
                  <a:pt x="123776" y="95909"/>
                  <a:pt x="125447" y="95241"/>
                </a:cubicBezTo>
                <a:cubicBezTo>
                  <a:pt x="127118" y="94573"/>
                  <a:pt x="130460" y="94239"/>
                  <a:pt x="130460" y="90228"/>
                </a:cubicBezTo>
                <a:cubicBezTo>
                  <a:pt x="130460" y="86218"/>
                  <a:pt x="126116" y="39094"/>
                  <a:pt x="125447" y="35083"/>
                </a:cubicBezTo>
                <a:cubicBezTo>
                  <a:pt x="124778" y="31072"/>
                  <a:pt x="121102" y="30405"/>
                  <a:pt x="120434" y="30070"/>
                </a:cubicBezTo>
                <a:cubicBezTo>
                  <a:pt x="119765" y="29736"/>
                  <a:pt x="116089" y="30405"/>
                  <a:pt x="115421" y="30070"/>
                </a:cubicBezTo>
                <a:cubicBezTo>
                  <a:pt x="114752" y="29736"/>
                  <a:pt x="111076" y="25391"/>
                  <a:pt x="110408" y="25057"/>
                </a:cubicBezTo>
                <a:cubicBezTo>
                  <a:pt x="109740" y="24722"/>
                  <a:pt x="106062" y="25390"/>
                  <a:pt x="105394" y="25057"/>
                </a:cubicBezTo>
                <a:cubicBezTo>
                  <a:pt x="104726" y="24723"/>
                  <a:pt x="101050" y="20712"/>
                  <a:pt x="100381" y="20044"/>
                </a:cubicBezTo>
                <a:cubicBezTo>
                  <a:pt x="99712" y="19376"/>
                  <a:pt x="99379" y="15364"/>
                  <a:pt x="95368" y="15031"/>
                </a:cubicBezTo>
                <a:cubicBezTo>
                  <a:pt x="91357" y="14697"/>
                  <a:pt x="44234" y="14697"/>
                  <a:pt x="40224" y="15031"/>
                </a:cubicBezTo>
                <a:cubicBezTo>
                  <a:pt x="36213" y="15364"/>
                  <a:pt x="35879" y="19376"/>
                  <a:pt x="35210" y="20044"/>
                </a:cubicBezTo>
                <a:cubicBezTo>
                  <a:pt x="34542" y="20712"/>
                  <a:pt x="30531" y="21715"/>
                  <a:pt x="30197" y="25057"/>
                </a:cubicBezTo>
                <a:cubicBezTo>
                  <a:pt x="29862" y="28399"/>
                  <a:pt x="29862" y="66833"/>
                  <a:pt x="30197" y="70175"/>
                </a:cubicBezTo>
                <a:cubicBezTo>
                  <a:pt x="30531" y="73517"/>
                  <a:pt x="34542" y="74520"/>
                  <a:pt x="35210" y="75189"/>
                </a:cubicBezTo>
                <a:cubicBezTo>
                  <a:pt x="35879" y="75857"/>
                  <a:pt x="39555" y="79533"/>
                  <a:pt x="40224" y="80202"/>
                </a:cubicBezTo>
                <a:cubicBezTo>
                  <a:pt x="40892" y="80870"/>
                  <a:pt x="44568" y="84546"/>
                  <a:pt x="45236" y="85215"/>
                </a:cubicBezTo>
                <a:cubicBezTo>
                  <a:pt x="45904" y="85884"/>
                  <a:pt x="49581" y="89560"/>
                  <a:pt x="50250" y="90228"/>
                </a:cubicBezTo>
                <a:cubicBezTo>
                  <a:pt x="50918" y="90897"/>
                  <a:pt x="54594" y="94572"/>
                  <a:pt x="55263" y="95241"/>
                </a:cubicBezTo>
                <a:cubicBezTo>
                  <a:pt x="55932" y="95910"/>
                  <a:pt x="58939" y="99586"/>
                  <a:pt x="60276" y="100254"/>
                </a:cubicBezTo>
                <a:cubicBezTo>
                  <a:pt x="61612" y="100922"/>
                  <a:pt x="71640" y="105268"/>
                  <a:pt x="75316" y="105268"/>
                </a:cubicBezTo>
                <a:cubicBezTo>
                  <a:pt x="78992" y="105267"/>
                  <a:pt x="112413" y="100922"/>
                  <a:pt x="115421" y="100254"/>
                </a:cubicBezTo>
                <a:cubicBezTo>
                  <a:pt x="118429" y="99586"/>
                  <a:pt x="119431" y="95909"/>
                  <a:pt x="120434" y="95241"/>
                </a:cubicBezTo>
                <a:cubicBezTo>
                  <a:pt x="121436" y="94573"/>
                  <a:pt x="129458" y="90897"/>
                  <a:pt x="130460" y="90228"/>
                </a:cubicBezTo>
                <a:cubicBezTo>
                  <a:pt x="131464" y="89560"/>
                  <a:pt x="134805" y="85884"/>
                  <a:pt x="135474" y="85215"/>
                </a:cubicBezTo>
                <a:cubicBezTo>
                  <a:pt x="136142" y="84546"/>
                  <a:pt x="139818" y="80870"/>
                  <a:pt x="140486" y="80202"/>
                </a:cubicBezTo>
                <a:cubicBezTo>
                  <a:pt x="141154" y="79533"/>
                  <a:pt x="144832" y="76192"/>
                  <a:pt x="145500" y="75189"/>
                </a:cubicBezTo>
                <a:cubicBezTo>
                  <a:pt x="146168" y="74186"/>
                  <a:pt x="150513" y="67836"/>
                  <a:pt x="150513" y="65162"/>
                </a:cubicBezTo>
                <a:cubicBezTo>
                  <a:pt x="150513" y="62489"/>
                  <a:pt x="146168" y="37422"/>
                  <a:pt x="145500" y="35083"/>
                </a:cubicBezTo>
                <a:cubicBezTo>
                  <a:pt x="144832" y="32744"/>
                  <a:pt x="141154" y="30739"/>
                  <a:pt x="140486" y="30070"/>
                </a:cubicBezTo>
                <a:cubicBezTo>
                  <a:pt x="139818" y="29402"/>
                  <a:pt x="138482" y="25057"/>
                  <a:pt x="135474" y="25057"/>
                </a:cubicBezTo>
                <a:cubicBezTo>
                  <a:pt x="132466" y="25057"/>
                  <a:pt x="98710" y="29736"/>
                  <a:pt x="95368" y="30070"/>
                </a:cubicBezTo>
                <a:cubicBezTo>
                  <a:pt x="92026" y="30405"/>
                  <a:pt x="86344" y="29736"/>
                  <a:pt x="85342" y="30070"/>
                </a:cubicBezTo>
                <a:cubicBezTo>
                  <a:pt x="84339" y="30405"/>
                  <a:pt x="80998" y="34414"/>
                  <a:pt x="80329" y="35083"/>
                </a:cubicBezTo>
                <a:cubicBezTo>
                  <a:pt x="79661" y="35752"/>
                  <a:pt x="75984" y="39429"/>
                  <a:pt x="75316" y="40097"/>
                </a:cubicBezTo>
                <a:cubicBezTo>
                  <a:pt x="74647" y="40766"/>
                  <a:pt x="70971" y="44441"/>
                  <a:pt x="70302" y="45110"/>
                </a:cubicBezTo>
                <a:cubicBezTo>
                  <a:pt x="69634" y="45778"/>
                  <a:pt x="65957" y="49120"/>
                  <a:pt x="65289" y="50123"/>
                </a:cubicBezTo>
                <a:cubicBezTo>
                  <a:pt x="64621" y="51125"/>
                  <a:pt x="60276" y="57141"/>
                  <a:pt x="60276" y="60149"/>
                </a:cubicBezTo>
                <a:cubicBezTo>
                  <a:pt x="60276" y="63157"/>
                  <a:pt x="64621" y="92568"/>
                  <a:pt x="65289" y="95241"/>
                </a:cubicBezTo>
                <a:cubicBezTo>
                  <a:pt x="65957" y="97914"/>
                  <a:pt x="68631" y="100254"/>
                  <a:pt x="70302" y="100254"/>
                </a:cubicBezTo>
                <a:cubicBezTo>
                  <a:pt x="71974" y="100254"/>
                  <a:pt x="88684" y="95575"/>
                  <a:pt x="90355" y="95241"/>
                </a:cubicBezTo>
                <a:cubicBezTo>
                  <a:pt x="92026" y="94907"/>
                  <a:pt x="94699" y="95575"/>
                  <a:pt x="95368" y="95241"/>
                </a:cubicBezTo>
                <a:cubicBezTo>
                  <a:pt x="96036" y="94907"/>
                  <a:pt x="99712" y="90897"/>
                  <a:pt x="100381" y="90228"/>
                </a:cubicBezTo>
                <a:cubicBezTo>
                  <a:pt x="101050" y="89560"/>
                  <a:pt x="104726" y="85884"/>
                  <a:pt x="105394" y="85215"/>
                </a:cubicBezTo>
                <a:cubicBezTo>
                  <a:pt x="106062" y="84546"/>
                  <a:pt x="109739" y="80870"/>
                  <a:pt x="110408" y="80202"/>
                </a:cubicBezTo>
                <a:cubicBezTo>
                  <a:pt x="111076" y="79533"/>
                  <a:pt x="114752" y="75857"/>
                  <a:pt x="115421" y="75189"/>
                </a:cubicBezTo>
                <a:cubicBezTo>
                  <a:pt x="116089" y="74520"/>
                  <a:pt x="119765" y="70844"/>
                  <a:pt x="120434" y="70175"/>
                </a:cubicBezTo>
                <a:cubicBezTo>
                  <a:pt x="121102" y="69506"/>
                  <a:pt x="124778" y="66165"/>
                  <a:pt x="125447" y="65162"/>
                </a:cubicBezTo>
                <a:cubicBezTo>
                  <a:pt x="126116" y="64160"/>
                  <a:pt x="129792" y="56472"/>
                  <a:pt x="130460" y="55136"/>
                </a:cubicBezTo>
                <a:cubicBezTo>
                  <a:pt x="131129" y="53800"/>
                  <a:pt x="135474" y="48452"/>
                  <a:pt x="135474" y="45110"/>
                </a:cubicBezTo>
                <a:cubicBezTo>
                  <a:pt x="135474" y="41768"/>
                  <a:pt x="131129" y="8012"/>
                  <a:pt x="130460" y="5004"/>
                </a:cubicBezTo>
                <a:cubicBezTo>
                  <a:pt x="129792" y="1996"/>
                  <a:pt x="127786" y="-8"/>
                  <a:pt x="125447" y="-8"/>
                </a:cubicBezTo>
                <a:cubicBezTo>
                  <a:pt x="123108" y="-8"/>
                  <a:pt x="98042" y="4670"/>
                  <a:pt x="95368" y="5004"/>
                </a:cubicBezTo>
                <a:cubicBezTo>
                  <a:pt x="92694" y="5338"/>
                  <a:pt x="86344" y="4670"/>
                  <a:pt x="85342" y="5004"/>
                </a:cubicBezTo>
                <a:cubicBezTo>
                  <a:pt x="84339" y="5338"/>
                  <a:pt x="80998" y="9684"/>
                  <a:pt x="80329" y="10018"/>
                </a:cubicBezTo>
                <a:cubicBezTo>
                  <a:pt x="79661" y="10352"/>
                  <a:pt x="75984" y="9684"/>
                  <a:pt x="75316" y="10018"/>
                </a:cubicBezTo>
                <a:cubicBezTo>
                  <a:pt x="74647" y="10352"/>
                  <a:pt x="70971" y="14362"/>
                  <a:pt x="70302" y="15031"/>
                </a:cubicBezTo>
                <a:cubicBezTo>
                  <a:pt x="69634" y="15700"/>
                  <a:pt x="65957" y="19376"/>
                  <a:pt x="65289" y="20044"/>
                </a:cubicBezTo>
                <a:cubicBezTo>
                  <a:pt x="64621" y="20712"/>
                  <a:pt x="60944" y="24388"/>
                  <a:pt x="60276" y="25057"/>
                </a:cubicBezTo>
                <a:cubicBezTo>
                  <a:pt x="59608" y="25726"/>
                  <a:pt x="55263" y="27062"/>
                  <a:pt x="55263" y="30070"/>
                </a:cubicBezTo>
                <a:cubicBezTo>
                  <a:pt x="55263" y="33078"/>
                  <a:pt x="59274" y="67502"/>
                  <a:pt x="60276" y="70175"/>
                </a:cubicBezTo>
                <a:cubicBezTo>
                  <a:pt x="61278" y="72849"/>
                  <a:pt x="69300" y="69841"/>
                  <a:pt x="70302" y="70175"/>
                </a:cubicBezTo>
                <a:cubicBezTo>
                  <a:pt x="71305" y="70510"/>
                  <a:pt x="72308" y="75189"/>
                  <a:pt x="75316" y="75189"/>
                </a:cubicBezTo>
                <a:cubicBezTo>
                  <a:pt x="78324" y="75189"/>
                  <a:pt x="112078" y="70510"/>
                  <a:pt x="115421" y="70175"/>
                </a:cubicBezTo>
                <a:cubicBezTo>
                  <a:pt x="118763" y="69841"/>
                  <a:pt x="124444" y="70510"/>
                  <a:pt x="125447" y="70175"/>
                </a:cubicBezTo>
                <a:cubicBezTo>
                  <a:pt x="126450" y="69841"/>
                  <a:pt x="129792" y="65831"/>
                  <a:pt x="130460" y="65162"/>
                </a:cubicBezTo>
                <a:cubicBezTo>
                  <a:pt x="131129" y="64494"/>
                  <a:pt x="134805" y="60817"/>
                  <a:pt x="135474" y="60149"/>
                </a:cubicBezTo>
                <a:cubicBezTo>
                  <a:pt x="136142" y="59481"/>
                  <a:pt x="139818" y="55804"/>
                  <a:pt x="140486" y="55136"/>
                </a:cubicBezTo>
                <a:cubicBezTo>
                  <a:pt x="141154" y="54468"/>
                  <a:pt x="145500" y="50792"/>
                  <a:pt x="145500" y="50123"/>
                </a:cubicBezTo>
                <a:cubicBezTo>
                  <a:pt x="145500" y="49454"/>
                  <a:pt x="141154" y="45778"/>
                  <a:pt x="140486" y="45110"/>
                </a:cubicBezTo>
                <a:cubicBezTo>
                  <a:pt x="139818" y="44441"/>
                  <a:pt x="136142" y="40432"/>
                  <a:pt x="135474" y="40097"/>
                </a:cubicBezTo>
                <a:cubicBezTo>
                  <a:pt x="134805" y="39763"/>
                  <a:pt x="130795" y="40097"/>
                  <a:pt x="130460" y="40097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4" name=""/>
          <p:cNvSpPr/>
          <p:nvPr/>
        </p:nvSpPr>
        <p:spPr>
          <a:xfrm>
            <a:off x="5451872" y="6709804"/>
            <a:ext cx="96440" cy="148791"/>
          </a:xfrm>
          <a:custGeom>
            <a:avLst/>
            <a:gdLst>
              <a:gd name="connsiteX0" fmla="*/ 25003 w 96440"/>
              <a:gd name="connsiteY0" fmla="*/ -426 h 148791"/>
              <a:gd name="connsiteX1" fmla="*/ 54768 w 96440"/>
              <a:gd name="connsiteY1" fmla="*/ 5527 h 148791"/>
              <a:gd name="connsiteX2" fmla="*/ 96440 w 96440"/>
              <a:gd name="connsiteY2" fmla="*/ 11480 h 148791"/>
              <a:gd name="connsiteX3" fmla="*/ 90487 w 96440"/>
              <a:gd name="connsiteY3" fmla="*/ 41246 h 148791"/>
              <a:gd name="connsiteX4" fmla="*/ 84534 w 96440"/>
              <a:gd name="connsiteY4" fmla="*/ 53152 h 148791"/>
              <a:gd name="connsiteX5" fmla="*/ 78581 w 96440"/>
              <a:gd name="connsiteY5" fmla="*/ 59105 h 148791"/>
              <a:gd name="connsiteX6" fmla="*/ 72628 w 96440"/>
              <a:gd name="connsiteY6" fmla="*/ 76964 h 148791"/>
              <a:gd name="connsiteX7" fmla="*/ 19050 w 96440"/>
              <a:gd name="connsiteY7" fmla="*/ 71012 h 148791"/>
              <a:gd name="connsiteX8" fmla="*/ 84534 w 96440"/>
              <a:gd name="connsiteY8" fmla="*/ 76964 h 148791"/>
              <a:gd name="connsiteX9" fmla="*/ 78581 w 96440"/>
              <a:gd name="connsiteY9" fmla="*/ 112683 h 148791"/>
              <a:gd name="connsiteX10" fmla="*/ 72628 w 96440"/>
              <a:gd name="connsiteY10" fmla="*/ 136496 h 148791"/>
              <a:gd name="connsiteX11" fmla="*/ 66675 w 96440"/>
              <a:gd name="connsiteY11" fmla="*/ 148402 h 148791"/>
              <a:gd name="connsiteX12" fmla="*/ -4762 w 96440"/>
              <a:gd name="connsiteY12" fmla="*/ 148402 h 148791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6440" h="148791">
                <a:moveTo>
                  <a:pt x="25003" y="-426"/>
                </a:moveTo>
                <a:cubicBezTo>
                  <a:pt x="26987" y="-28"/>
                  <a:pt x="50006" y="4734"/>
                  <a:pt x="54768" y="5527"/>
                </a:cubicBezTo>
                <a:cubicBezTo>
                  <a:pt x="59531" y="6320"/>
                  <a:pt x="94059" y="9099"/>
                  <a:pt x="96440" y="11480"/>
                </a:cubicBezTo>
                <a:cubicBezTo>
                  <a:pt x="98821" y="13862"/>
                  <a:pt x="91281" y="38468"/>
                  <a:pt x="90487" y="41246"/>
                </a:cubicBezTo>
                <a:cubicBezTo>
                  <a:pt x="89693" y="44024"/>
                  <a:pt x="85329" y="51962"/>
                  <a:pt x="84534" y="53152"/>
                </a:cubicBezTo>
                <a:cubicBezTo>
                  <a:pt x="83740" y="54343"/>
                  <a:pt x="79374" y="57518"/>
                  <a:pt x="78581" y="59105"/>
                </a:cubicBezTo>
                <a:cubicBezTo>
                  <a:pt x="77787" y="60693"/>
                  <a:pt x="76596" y="76171"/>
                  <a:pt x="72628" y="76964"/>
                </a:cubicBezTo>
                <a:cubicBezTo>
                  <a:pt x="68659" y="77758"/>
                  <a:pt x="18256" y="71012"/>
                  <a:pt x="19050" y="71012"/>
                </a:cubicBezTo>
                <a:cubicBezTo>
                  <a:pt x="19843" y="71012"/>
                  <a:pt x="80566" y="74186"/>
                  <a:pt x="84534" y="76964"/>
                </a:cubicBezTo>
                <a:cubicBezTo>
                  <a:pt x="88503" y="79743"/>
                  <a:pt x="79374" y="108714"/>
                  <a:pt x="78581" y="112683"/>
                </a:cubicBezTo>
                <a:cubicBezTo>
                  <a:pt x="77787" y="116651"/>
                  <a:pt x="73421" y="134114"/>
                  <a:pt x="72628" y="136496"/>
                </a:cubicBezTo>
                <a:cubicBezTo>
                  <a:pt x="71834" y="138877"/>
                  <a:pt x="71834" y="147608"/>
                  <a:pt x="66675" y="148402"/>
                </a:cubicBezTo>
                <a:cubicBezTo>
                  <a:pt x="61515" y="149196"/>
                  <a:pt x="0" y="148402"/>
                  <a:pt x="-4762" y="14840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f9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3000"/>
            </a:blip>
            <a:stretch>
              <a:fillRect/>
            </a:stretch>
          </a:blip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 rot="0">
            <a:off x="876300" y="730372"/>
            <a:ext cx="16535400" cy="8826256"/>
            <a:chOff x="0" y="0"/>
            <a:chExt cx="4355002" cy="23246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algn="ctr">
                <a:lnSpc>
                  <a:spcPts val="2520"/>
                </a:lnSpc>
                <a:defRPr/>
              </a:pPr>
              <a:endParaRPr lang="ko-KR" altLang="en-US"/>
            </a:p>
          </p:txBody>
        </p:sp>
      </p:grpSp>
      <p:sp>
        <p:nvSpPr>
          <p:cNvPr id="6" name="AutoShape 6"/>
          <p:cNvSpPr/>
          <p:nvPr/>
        </p:nvSpPr>
        <p:spPr>
          <a:xfrm>
            <a:off x="1875196" y="3192092"/>
            <a:ext cx="14537608" cy="0"/>
          </a:xfrm>
          <a:prstGeom prst="line">
            <a:avLst/>
          </a:prstGeom>
          <a:ln w="9525" cap="flat">
            <a:solidFill>
              <a:srgbClr val="7f90d4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737975" y="3415930"/>
            <a:ext cx="9096284" cy="5708866"/>
          </a:xfrm>
          <a:custGeom>
            <a:avLst/>
            <a:gdLst/>
            <a:rect l="l" t="t" r="r" b="b"/>
            <a:pathLst>
              <a:path w="9096284" h="5708866">
                <a:moveTo>
                  <a:pt x="0" y="0"/>
                </a:moveTo>
                <a:lnTo>
                  <a:pt x="9096284" y="0"/>
                </a:lnTo>
                <a:lnTo>
                  <a:pt x="9096284" y="5708865"/>
                </a:lnTo>
                <a:lnTo>
                  <a:pt x="0" y="5708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2014804" y="1694012"/>
            <a:ext cx="2525890" cy="131588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</a:t>
            </a:r>
            <a:r>
              <a:rPr lang="en-US" altLang="ko-KR" sz="7399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4</a:t>
            </a:r>
            <a:endParaRPr lang="en-US" altLang="ko-KR" sz="7399">
              <a:solidFill>
                <a:srgbClr val="7f90d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411099" y="1694012"/>
            <a:ext cx="8476101" cy="131588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ko-KR" altLang="en-US" sz="739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감속 모듈 기능</a:t>
            </a:r>
            <a:endParaRPr lang="ko-KR" altLang="en-US" sz="7399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008608" y="2333432"/>
            <a:ext cx="5248366" cy="52406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26"/>
              </a:lnSpc>
              <a:spcBef>
                <a:spcPct val="0"/>
              </a:spcBef>
              <a:defRPr/>
            </a:pPr>
            <a:endParaRPr lang="en-US" sz="3019">
              <a:solidFill>
                <a:srgbClr val="54545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15" name=""/>
          <p:cNvSpPr/>
          <p:nvPr/>
        </p:nvSpPr>
        <p:spPr>
          <a:xfrm>
            <a:off x="4419600" y="6591300"/>
            <a:ext cx="1371600" cy="381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"/>
          <p:cNvSpPr/>
          <p:nvPr/>
        </p:nvSpPr>
        <p:spPr>
          <a:xfrm>
            <a:off x="4038600" y="6591300"/>
            <a:ext cx="304800" cy="381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"/>
          <p:cNvSpPr/>
          <p:nvPr/>
        </p:nvSpPr>
        <p:spPr>
          <a:xfrm>
            <a:off x="3657600" y="5905500"/>
            <a:ext cx="609600" cy="6096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"/>
          <p:cNvSpPr/>
          <p:nvPr/>
        </p:nvSpPr>
        <p:spPr>
          <a:xfrm>
            <a:off x="6705600" y="7048500"/>
            <a:ext cx="914400" cy="1143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"/>
          <p:cNvSpPr/>
          <p:nvPr/>
        </p:nvSpPr>
        <p:spPr>
          <a:xfrm>
            <a:off x="3429000" y="7048500"/>
            <a:ext cx="1066800" cy="1143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"/>
          <p:cNvSpPr/>
          <p:nvPr/>
        </p:nvSpPr>
        <p:spPr>
          <a:xfrm>
            <a:off x="5943600" y="7353300"/>
            <a:ext cx="457200" cy="381000"/>
          </a:xfrm>
          <a:prstGeom prst="rect">
            <a:avLst/>
          </a:prstGeom>
          <a:noFill/>
          <a:ln w="3810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" name=""/>
          <p:cNvSpPr/>
          <p:nvPr/>
        </p:nvSpPr>
        <p:spPr>
          <a:xfrm>
            <a:off x="5585218" y="6708576"/>
            <a:ext cx="108350" cy="169068"/>
          </a:xfrm>
          <a:custGeom>
            <a:avLst/>
            <a:gdLst>
              <a:gd name="connsiteX0" fmla="*/ 34531 w 108350"/>
              <a:gd name="connsiteY0" fmla="*/ 4373 h 169068"/>
              <a:gd name="connsiteX1" fmla="*/ 32150 w 108350"/>
              <a:gd name="connsiteY1" fmla="*/ 16280 h 169068"/>
              <a:gd name="connsiteX2" fmla="*/ 29769 w 108350"/>
              <a:gd name="connsiteY2" fmla="*/ 18661 h 169068"/>
              <a:gd name="connsiteX3" fmla="*/ 27387 w 108350"/>
              <a:gd name="connsiteY3" fmla="*/ 21042 h 169068"/>
              <a:gd name="connsiteX4" fmla="*/ 25007 w 108350"/>
              <a:gd name="connsiteY4" fmla="*/ 40092 h 169068"/>
              <a:gd name="connsiteX5" fmla="*/ 22625 w 108350"/>
              <a:gd name="connsiteY5" fmla="*/ 54380 h 169068"/>
              <a:gd name="connsiteX6" fmla="*/ 20244 w 108350"/>
              <a:gd name="connsiteY6" fmla="*/ 99623 h 169068"/>
              <a:gd name="connsiteX7" fmla="*/ 17863 w 108350"/>
              <a:gd name="connsiteY7" fmla="*/ 109149 h 169068"/>
              <a:gd name="connsiteX8" fmla="*/ 15481 w 108350"/>
              <a:gd name="connsiteY8" fmla="*/ 111530 h 169068"/>
              <a:gd name="connsiteX9" fmla="*/ 13100 w 108350"/>
              <a:gd name="connsiteY9" fmla="*/ 121055 h 169068"/>
              <a:gd name="connsiteX10" fmla="*/ 10719 w 108350"/>
              <a:gd name="connsiteY10" fmla="*/ 128199 h 169068"/>
              <a:gd name="connsiteX11" fmla="*/ 8337 w 108350"/>
              <a:gd name="connsiteY11" fmla="*/ 137723 h 169068"/>
              <a:gd name="connsiteX12" fmla="*/ 5956 w 108350"/>
              <a:gd name="connsiteY12" fmla="*/ 140105 h 169068"/>
              <a:gd name="connsiteX13" fmla="*/ 3575 w 108350"/>
              <a:gd name="connsiteY13" fmla="*/ 149630 h 169068"/>
              <a:gd name="connsiteX14" fmla="*/ 1194 w 108350"/>
              <a:gd name="connsiteY14" fmla="*/ 161536 h 169068"/>
              <a:gd name="connsiteX15" fmla="*/ 3575 w 108350"/>
              <a:gd name="connsiteY15" fmla="*/ 166299 h 169068"/>
              <a:gd name="connsiteX16" fmla="*/ 70250 w 108350"/>
              <a:gd name="connsiteY16" fmla="*/ 168680 h 169068"/>
              <a:gd name="connsiteX17" fmla="*/ 84537 w 108350"/>
              <a:gd name="connsiteY17" fmla="*/ 166299 h 169068"/>
              <a:gd name="connsiteX18" fmla="*/ 86919 w 108350"/>
              <a:gd name="connsiteY18" fmla="*/ 163917 h 169068"/>
              <a:gd name="connsiteX19" fmla="*/ 89300 w 108350"/>
              <a:gd name="connsiteY19" fmla="*/ 156773 h 169068"/>
              <a:gd name="connsiteX20" fmla="*/ 91681 w 108350"/>
              <a:gd name="connsiteY20" fmla="*/ 142486 h 169068"/>
              <a:gd name="connsiteX21" fmla="*/ 94063 w 108350"/>
              <a:gd name="connsiteY21" fmla="*/ 125817 h 169068"/>
              <a:gd name="connsiteX22" fmla="*/ 96444 w 108350"/>
              <a:gd name="connsiteY22" fmla="*/ 118673 h 169068"/>
              <a:gd name="connsiteX23" fmla="*/ 98825 w 108350"/>
              <a:gd name="connsiteY23" fmla="*/ 104386 h 169068"/>
              <a:gd name="connsiteX24" fmla="*/ 101207 w 108350"/>
              <a:gd name="connsiteY24" fmla="*/ 87717 h 169068"/>
              <a:gd name="connsiteX25" fmla="*/ 103587 w 108350"/>
              <a:gd name="connsiteY25" fmla="*/ 73430 h 169068"/>
              <a:gd name="connsiteX26" fmla="*/ 105969 w 108350"/>
              <a:gd name="connsiteY26" fmla="*/ 61523 h 169068"/>
              <a:gd name="connsiteX27" fmla="*/ 108350 w 108350"/>
              <a:gd name="connsiteY27" fmla="*/ 40092 h 169068"/>
              <a:gd name="connsiteX28" fmla="*/ 105969 w 108350"/>
              <a:gd name="connsiteY28" fmla="*/ 9136 h 169068"/>
              <a:gd name="connsiteX29" fmla="*/ 103587 w 108350"/>
              <a:gd name="connsiteY29" fmla="*/ 6755 h 169068"/>
              <a:gd name="connsiteX30" fmla="*/ 96444 w 108350"/>
              <a:gd name="connsiteY30" fmla="*/ 4373 h 169068"/>
              <a:gd name="connsiteX31" fmla="*/ 89300 w 108350"/>
              <a:gd name="connsiteY31" fmla="*/ 1992 h 169068"/>
              <a:gd name="connsiteX32" fmla="*/ 72631 w 108350"/>
              <a:gd name="connsiteY32" fmla="*/ -389 h 169068"/>
              <a:gd name="connsiteX33" fmla="*/ 34531 w 108350"/>
              <a:gd name="connsiteY33" fmla="*/ 4373 h 16906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08350" h="169068">
                <a:moveTo>
                  <a:pt x="34531" y="4373"/>
                </a:moveTo>
                <a:cubicBezTo>
                  <a:pt x="34373" y="5167"/>
                  <a:pt x="32467" y="15327"/>
                  <a:pt x="32150" y="16280"/>
                </a:cubicBezTo>
                <a:cubicBezTo>
                  <a:pt x="31833" y="17232"/>
                  <a:pt x="30086" y="18343"/>
                  <a:pt x="29769" y="18661"/>
                </a:cubicBezTo>
                <a:cubicBezTo>
                  <a:pt x="29451" y="18978"/>
                  <a:pt x="27705" y="19613"/>
                  <a:pt x="27387" y="21042"/>
                </a:cubicBezTo>
                <a:cubicBezTo>
                  <a:pt x="27070" y="22471"/>
                  <a:pt x="25325" y="37870"/>
                  <a:pt x="25007" y="40092"/>
                </a:cubicBezTo>
                <a:cubicBezTo>
                  <a:pt x="24689" y="42315"/>
                  <a:pt x="22943" y="50411"/>
                  <a:pt x="22625" y="54380"/>
                </a:cubicBezTo>
                <a:cubicBezTo>
                  <a:pt x="22307" y="58348"/>
                  <a:pt x="20561" y="95972"/>
                  <a:pt x="20244" y="99623"/>
                </a:cubicBezTo>
                <a:cubicBezTo>
                  <a:pt x="19927" y="103275"/>
                  <a:pt x="18180" y="108354"/>
                  <a:pt x="17863" y="109149"/>
                </a:cubicBezTo>
                <a:cubicBezTo>
                  <a:pt x="17545" y="109943"/>
                  <a:pt x="15799" y="110736"/>
                  <a:pt x="15481" y="111530"/>
                </a:cubicBezTo>
                <a:cubicBezTo>
                  <a:pt x="15164" y="112323"/>
                  <a:pt x="13417" y="119944"/>
                  <a:pt x="13100" y="121055"/>
                </a:cubicBezTo>
                <a:cubicBezTo>
                  <a:pt x="12783" y="122166"/>
                  <a:pt x="11036" y="127087"/>
                  <a:pt x="10719" y="128199"/>
                </a:cubicBezTo>
                <a:cubicBezTo>
                  <a:pt x="10401" y="129309"/>
                  <a:pt x="8655" y="136930"/>
                  <a:pt x="8337" y="137723"/>
                </a:cubicBezTo>
                <a:cubicBezTo>
                  <a:pt x="8020" y="138517"/>
                  <a:pt x="6274" y="139311"/>
                  <a:pt x="5956" y="140105"/>
                </a:cubicBezTo>
                <a:cubicBezTo>
                  <a:pt x="5638" y="140899"/>
                  <a:pt x="3893" y="148201"/>
                  <a:pt x="3575" y="149630"/>
                </a:cubicBezTo>
                <a:cubicBezTo>
                  <a:pt x="3256" y="151059"/>
                  <a:pt x="1194" y="160425"/>
                  <a:pt x="1194" y="161536"/>
                </a:cubicBezTo>
                <a:cubicBezTo>
                  <a:pt x="1194" y="162647"/>
                  <a:pt x="-1029" y="165822"/>
                  <a:pt x="3575" y="166299"/>
                </a:cubicBezTo>
                <a:cubicBezTo>
                  <a:pt x="8178" y="166775"/>
                  <a:pt x="64852" y="168680"/>
                  <a:pt x="70250" y="168680"/>
                </a:cubicBezTo>
                <a:cubicBezTo>
                  <a:pt x="75648" y="168680"/>
                  <a:pt x="83426" y="166616"/>
                  <a:pt x="84537" y="166299"/>
                </a:cubicBezTo>
                <a:cubicBezTo>
                  <a:pt x="85649" y="165981"/>
                  <a:pt x="86601" y="164552"/>
                  <a:pt x="86919" y="163917"/>
                </a:cubicBezTo>
                <a:cubicBezTo>
                  <a:pt x="87236" y="163283"/>
                  <a:pt x="88983" y="158202"/>
                  <a:pt x="89300" y="156773"/>
                </a:cubicBezTo>
                <a:cubicBezTo>
                  <a:pt x="89617" y="155345"/>
                  <a:pt x="91364" y="144550"/>
                  <a:pt x="91681" y="142486"/>
                </a:cubicBezTo>
                <a:cubicBezTo>
                  <a:pt x="91999" y="140422"/>
                  <a:pt x="93745" y="127405"/>
                  <a:pt x="94063" y="125817"/>
                </a:cubicBezTo>
                <a:cubicBezTo>
                  <a:pt x="94380" y="124229"/>
                  <a:pt x="96127" y="120103"/>
                  <a:pt x="96444" y="118673"/>
                </a:cubicBezTo>
                <a:cubicBezTo>
                  <a:pt x="96761" y="117245"/>
                  <a:pt x="98507" y="106450"/>
                  <a:pt x="98825" y="104386"/>
                </a:cubicBezTo>
                <a:cubicBezTo>
                  <a:pt x="99143" y="102322"/>
                  <a:pt x="100889" y="89781"/>
                  <a:pt x="101207" y="87717"/>
                </a:cubicBezTo>
                <a:cubicBezTo>
                  <a:pt x="101525" y="85654"/>
                  <a:pt x="103270" y="75176"/>
                  <a:pt x="103587" y="73430"/>
                </a:cubicBezTo>
                <a:cubicBezTo>
                  <a:pt x="103905" y="71683"/>
                  <a:pt x="105651" y="63746"/>
                  <a:pt x="105969" y="61523"/>
                </a:cubicBezTo>
                <a:cubicBezTo>
                  <a:pt x="106286" y="59301"/>
                  <a:pt x="108350" y="43585"/>
                  <a:pt x="108350" y="40092"/>
                </a:cubicBezTo>
                <a:cubicBezTo>
                  <a:pt x="108350" y="36600"/>
                  <a:pt x="106286" y="11359"/>
                  <a:pt x="105969" y="9136"/>
                </a:cubicBezTo>
                <a:cubicBezTo>
                  <a:pt x="105651" y="6913"/>
                  <a:pt x="104223" y="7072"/>
                  <a:pt x="103587" y="6755"/>
                </a:cubicBezTo>
                <a:cubicBezTo>
                  <a:pt x="102953" y="6437"/>
                  <a:pt x="97396" y="4691"/>
                  <a:pt x="96444" y="4373"/>
                </a:cubicBezTo>
                <a:cubicBezTo>
                  <a:pt x="95491" y="4056"/>
                  <a:pt x="90888" y="2310"/>
                  <a:pt x="89300" y="1992"/>
                </a:cubicBezTo>
                <a:cubicBezTo>
                  <a:pt x="87713" y="1674"/>
                  <a:pt x="76759" y="-230"/>
                  <a:pt x="72631" y="-389"/>
                </a:cubicBezTo>
                <a:cubicBezTo>
                  <a:pt x="68504" y="-548"/>
                  <a:pt x="30404" y="-389"/>
                  <a:pt x="34531" y="4373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8" name=""/>
          <p:cNvSpPr/>
          <p:nvPr/>
        </p:nvSpPr>
        <p:spPr>
          <a:xfrm>
            <a:off x="4199929" y="6647071"/>
            <a:ext cx="34759" cy="199022"/>
          </a:xfrm>
          <a:custGeom>
            <a:avLst/>
            <a:gdLst>
              <a:gd name="connsiteX0" fmla="*/ 30036 w 34759"/>
              <a:gd name="connsiteY0" fmla="*/ -4261 h 199022"/>
              <a:gd name="connsiteX1" fmla="*/ 34366 w 34759"/>
              <a:gd name="connsiteY1" fmla="*/ 17386 h 199022"/>
              <a:gd name="connsiteX2" fmla="*/ 30036 w 34759"/>
              <a:gd name="connsiteY2" fmla="*/ 21716 h 199022"/>
              <a:gd name="connsiteX3" fmla="*/ 30036 w 34759"/>
              <a:gd name="connsiteY3" fmla="*/ 47694 h 199022"/>
              <a:gd name="connsiteX4" fmla="*/ 25707 w 34759"/>
              <a:gd name="connsiteY4" fmla="*/ 52024 h 199022"/>
              <a:gd name="connsiteX5" fmla="*/ 21377 w 34759"/>
              <a:gd name="connsiteY5" fmla="*/ 82330 h 199022"/>
              <a:gd name="connsiteX6" fmla="*/ 17048 w 34759"/>
              <a:gd name="connsiteY6" fmla="*/ 90989 h 199022"/>
              <a:gd name="connsiteX7" fmla="*/ 12718 w 34759"/>
              <a:gd name="connsiteY7" fmla="*/ 108307 h 199022"/>
              <a:gd name="connsiteX8" fmla="*/ 8388 w 34759"/>
              <a:gd name="connsiteY8" fmla="*/ 129956 h 199022"/>
              <a:gd name="connsiteX9" fmla="*/ 4059 w 34759"/>
              <a:gd name="connsiteY9" fmla="*/ 147274 h 199022"/>
              <a:gd name="connsiteX10" fmla="*/ -270 w 34759"/>
              <a:gd name="connsiteY10" fmla="*/ 164592 h 199022"/>
              <a:gd name="connsiteX11" fmla="*/ -270 w 34759"/>
              <a:gd name="connsiteY11" fmla="*/ 203557 h 19902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759" h="199022">
                <a:moveTo>
                  <a:pt x="30036" y="-4261"/>
                </a:moveTo>
                <a:cubicBezTo>
                  <a:pt x="30325" y="-2817"/>
                  <a:pt x="34366" y="15654"/>
                  <a:pt x="34366" y="17386"/>
                </a:cubicBezTo>
                <a:cubicBezTo>
                  <a:pt x="34366" y="19118"/>
                  <a:pt x="30325" y="19696"/>
                  <a:pt x="30036" y="21716"/>
                </a:cubicBezTo>
                <a:cubicBezTo>
                  <a:pt x="29748" y="23736"/>
                  <a:pt x="30325" y="45673"/>
                  <a:pt x="30036" y="47694"/>
                </a:cubicBezTo>
                <a:cubicBezTo>
                  <a:pt x="29748" y="49715"/>
                  <a:pt x="26284" y="49714"/>
                  <a:pt x="25707" y="52024"/>
                </a:cubicBezTo>
                <a:cubicBezTo>
                  <a:pt x="25130" y="54332"/>
                  <a:pt x="21954" y="79733"/>
                  <a:pt x="21377" y="82330"/>
                </a:cubicBezTo>
                <a:cubicBezTo>
                  <a:pt x="20800" y="84928"/>
                  <a:pt x="17625" y="89257"/>
                  <a:pt x="17048" y="90989"/>
                </a:cubicBezTo>
                <a:cubicBezTo>
                  <a:pt x="16470" y="92721"/>
                  <a:pt x="13295" y="105709"/>
                  <a:pt x="12718" y="108307"/>
                </a:cubicBezTo>
                <a:cubicBezTo>
                  <a:pt x="12140" y="110906"/>
                  <a:pt x="8965" y="127358"/>
                  <a:pt x="8388" y="129956"/>
                </a:cubicBezTo>
                <a:cubicBezTo>
                  <a:pt x="7811" y="132554"/>
                  <a:pt x="4636" y="144965"/>
                  <a:pt x="4059" y="147274"/>
                </a:cubicBezTo>
                <a:cubicBezTo>
                  <a:pt x="3482" y="149582"/>
                  <a:pt x="18" y="160839"/>
                  <a:pt x="-270" y="164592"/>
                </a:cubicBezTo>
                <a:cubicBezTo>
                  <a:pt x="-559" y="168344"/>
                  <a:pt x="-270" y="200959"/>
                  <a:pt x="-270" y="20355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42" name=""/>
          <p:cNvCxnSpPr/>
          <p:nvPr/>
        </p:nvCxnSpPr>
        <p:spPr>
          <a:xfrm rot="5400000" flipH="1" flipV="1">
            <a:off x="3810000" y="7353300"/>
            <a:ext cx="609600" cy="457200"/>
          </a:xfrm>
          <a:prstGeom prst="straightConnector1">
            <a:avLst/>
          </a:prstGeom>
          <a:ln w="762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"/>
          <p:cNvSpPr/>
          <p:nvPr/>
        </p:nvSpPr>
        <p:spPr>
          <a:xfrm>
            <a:off x="6012428" y="7474306"/>
            <a:ext cx="40864" cy="48656"/>
          </a:xfrm>
          <a:custGeom>
            <a:avLst/>
            <a:gdLst>
              <a:gd name="connsiteX0" fmla="*/ 2609 w 40864"/>
              <a:gd name="connsiteY0" fmla="*/ 14931 h 48656"/>
              <a:gd name="connsiteX1" fmla="*/ 227 w 40864"/>
              <a:gd name="connsiteY1" fmla="*/ 26837 h 48656"/>
              <a:gd name="connsiteX2" fmla="*/ 2609 w 40864"/>
              <a:gd name="connsiteY2" fmla="*/ 38743 h 48656"/>
              <a:gd name="connsiteX3" fmla="*/ 4990 w 40864"/>
              <a:gd name="connsiteY3" fmla="*/ 41125 h 48656"/>
              <a:gd name="connsiteX4" fmla="*/ 16897 w 40864"/>
              <a:gd name="connsiteY4" fmla="*/ 38743 h 48656"/>
              <a:gd name="connsiteX5" fmla="*/ 19277 w 40864"/>
              <a:gd name="connsiteY5" fmla="*/ 36362 h 48656"/>
              <a:gd name="connsiteX6" fmla="*/ 21659 w 40864"/>
              <a:gd name="connsiteY6" fmla="*/ 33981 h 48656"/>
              <a:gd name="connsiteX7" fmla="*/ 24040 w 40864"/>
              <a:gd name="connsiteY7" fmla="*/ 31600 h 48656"/>
              <a:gd name="connsiteX8" fmla="*/ 26421 w 40864"/>
              <a:gd name="connsiteY8" fmla="*/ 29219 h 48656"/>
              <a:gd name="connsiteX9" fmla="*/ 28803 w 40864"/>
              <a:gd name="connsiteY9" fmla="*/ 22075 h 48656"/>
              <a:gd name="connsiteX10" fmla="*/ 26421 w 40864"/>
              <a:gd name="connsiteY10" fmla="*/ 14931 h 48656"/>
              <a:gd name="connsiteX11" fmla="*/ 16897 w 40864"/>
              <a:gd name="connsiteY11" fmla="*/ 17312 h 48656"/>
              <a:gd name="connsiteX12" fmla="*/ 14515 w 40864"/>
              <a:gd name="connsiteY12" fmla="*/ 19693 h 48656"/>
              <a:gd name="connsiteX13" fmla="*/ 12134 w 40864"/>
              <a:gd name="connsiteY13" fmla="*/ 22075 h 48656"/>
              <a:gd name="connsiteX14" fmla="*/ 14515 w 40864"/>
              <a:gd name="connsiteY14" fmla="*/ 36362 h 48656"/>
              <a:gd name="connsiteX15" fmla="*/ 16897 w 40864"/>
              <a:gd name="connsiteY15" fmla="*/ 38743 h 48656"/>
              <a:gd name="connsiteX16" fmla="*/ 19277 w 40864"/>
              <a:gd name="connsiteY16" fmla="*/ 41125 h 48656"/>
              <a:gd name="connsiteX17" fmla="*/ 21659 w 40864"/>
              <a:gd name="connsiteY17" fmla="*/ 38743 h 48656"/>
              <a:gd name="connsiteX18" fmla="*/ 24040 w 40864"/>
              <a:gd name="connsiteY18" fmla="*/ 33981 h 48656"/>
              <a:gd name="connsiteX19" fmla="*/ 21659 w 40864"/>
              <a:gd name="connsiteY19" fmla="*/ 17312 h 48656"/>
              <a:gd name="connsiteX20" fmla="*/ 14515 w 40864"/>
              <a:gd name="connsiteY20" fmla="*/ 19693 h 48656"/>
              <a:gd name="connsiteX21" fmla="*/ 9753 w 40864"/>
              <a:gd name="connsiteY21" fmla="*/ 22075 h 48656"/>
              <a:gd name="connsiteX22" fmla="*/ 12134 w 40864"/>
              <a:gd name="connsiteY22" fmla="*/ 29219 h 48656"/>
              <a:gd name="connsiteX23" fmla="*/ 19277 w 40864"/>
              <a:gd name="connsiteY23" fmla="*/ 26837 h 48656"/>
              <a:gd name="connsiteX24" fmla="*/ 16897 w 40864"/>
              <a:gd name="connsiteY24" fmla="*/ 5406 h 48656"/>
              <a:gd name="connsiteX25" fmla="*/ 14515 w 40864"/>
              <a:gd name="connsiteY25" fmla="*/ 3025 h 48656"/>
              <a:gd name="connsiteX26" fmla="*/ 12134 w 40864"/>
              <a:gd name="connsiteY26" fmla="*/ 643 h 48656"/>
              <a:gd name="connsiteX27" fmla="*/ 7371 w 40864"/>
              <a:gd name="connsiteY27" fmla="*/ 3025 h 48656"/>
              <a:gd name="connsiteX28" fmla="*/ 4990 w 40864"/>
              <a:gd name="connsiteY28" fmla="*/ 5406 h 48656"/>
              <a:gd name="connsiteX29" fmla="*/ 2609 w 40864"/>
              <a:gd name="connsiteY29" fmla="*/ 7787 h 48656"/>
              <a:gd name="connsiteX30" fmla="*/ 4990 w 40864"/>
              <a:gd name="connsiteY30" fmla="*/ 24456 h 48656"/>
              <a:gd name="connsiteX31" fmla="*/ 7371 w 40864"/>
              <a:gd name="connsiteY31" fmla="*/ 26837 h 48656"/>
              <a:gd name="connsiteX32" fmla="*/ 9753 w 40864"/>
              <a:gd name="connsiteY32" fmla="*/ 24456 h 48656"/>
              <a:gd name="connsiteX33" fmla="*/ 7371 w 40864"/>
              <a:gd name="connsiteY33" fmla="*/ 14931 h 48656"/>
              <a:gd name="connsiteX34" fmla="*/ 4990 w 40864"/>
              <a:gd name="connsiteY34" fmla="*/ 17312 h 48656"/>
              <a:gd name="connsiteX35" fmla="*/ 2609 w 40864"/>
              <a:gd name="connsiteY35" fmla="*/ 19693 h 48656"/>
              <a:gd name="connsiteX36" fmla="*/ 227 w 40864"/>
              <a:gd name="connsiteY36" fmla="*/ 24456 h 48656"/>
              <a:gd name="connsiteX37" fmla="*/ 2609 w 40864"/>
              <a:gd name="connsiteY37" fmla="*/ 36362 h 48656"/>
              <a:gd name="connsiteX38" fmla="*/ 4990 w 40864"/>
              <a:gd name="connsiteY38" fmla="*/ 38743 h 48656"/>
              <a:gd name="connsiteX39" fmla="*/ 9753 w 40864"/>
              <a:gd name="connsiteY39" fmla="*/ 38743 h 48656"/>
              <a:gd name="connsiteX40" fmla="*/ 12134 w 40864"/>
              <a:gd name="connsiteY40" fmla="*/ 36362 h 48656"/>
              <a:gd name="connsiteX41" fmla="*/ 14515 w 40864"/>
              <a:gd name="connsiteY41" fmla="*/ 31600 h 48656"/>
              <a:gd name="connsiteX42" fmla="*/ 16897 w 40864"/>
              <a:gd name="connsiteY42" fmla="*/ 29219 h 48656"/>
              <a:gd name="connsiteX43" fmla="*/ 16897 w 40864"/>
              <a:gd name="connsiteY43" fmla="*/ 26837 h 48656"/>
              <a:gd name="connsiteX44" fmla="*/ 19277 w 40864"/>
              <a:gd name="connsiteY44" fmla="*/ 24456 h 48656"/>
              <a:gd name="connsiteX45" fmla="*/ 16897 w 40864"/>
              <a:gd name="connsiteY45" fmla="*/ 19693 h 48656"/>
              <a:gd name="connsiteX46" fmla="*/ 12134 w 40864"/>
              <a:gd name="connsiteY46" fmla="*/ 22075 h 48656"/>
              <a:gd name="connsiteX47" fmla="*/ 14515 w 40864"/>
              <a:gd name="connsiteY47" fmla="*/ 38743 h 48656"/>
              <a:gd name="connsiteX48" fmla="*/ 19277 w 40864"/>
              <a:gd name="connsiteY48" fmla="*/ 36362 h 48656"/>
              <a:gd name="connsiteX49" fmla="*/ 21659 w 40864"/>
              <a:gd name="connsiteY49" fmla="*/ 33981 h 48656"/>
              <a:gd name="connsiteX50" fmla="*/ 21659 w 40864"/>
              <a:gd name="connsiteY50" fmla="*/ 31600 h 48656"/>
              <a:gd name="connsiteX51" fmla="*/ 24040 w 40864"/>
              <a:gd name="connsiteY51" fmla="*/ 29219 h 48656"/>
              <a:gd name="connsiteX52" fmla="*/ 21659 w 40864"/>
              <a:gd name="connsiteY52" fmla="*/ 14931 h 48656"/>
              <a:gd name="connsiteX53" fmla="*/ 19277 w 40864"/>
              <a:gd name="connsiteY53" fmla="*/ 17312 h 48656"/>
              <a:gd name="connsiteX54" fmla="*/ 14515 w 40864"/>
              <a:gd name="connsiteY54" fmla="*/ 19693 h 48656"/>
              <a:gd name="connsiteX55" fmla="*/ 12134 w 40864"/>
              <a:gd name="connsiteY55" fmla="*/ 22075 h 48656"/>
              <a:gd name="connsiteX56" fmla="*/ 9753 w 40864"/>
              <a:gd name="connsiteY56" fmla="*/ 24456 h 48656"/>
              <a:gd name="connsiteX57" fmla="*/ 12134 w 40864"/>
              <a:gd name="connsiteY57" fmla="*/ 41125 h 48656"/>
              <a:gd name="connsiteX58" fmla="*/ 14515 w 40864"/>
              <a:gd name="connsiteY58" fmla="*/ 45887 h 48656"/>
              <a:gd name="connsiteX59" fmla="*/ 21659 w 40864"/>
              <a:gd name="connsiteY59" fmla="*/ 43506 h 48656"/>
              <a:gd name="connsiteX60" fmla="*/ 26421 w 40864"/>
              <a:gd name="connsiteY60" fmla="*/ 41125 h 48656"/>
              <a:gd name="connsiteX61" fmla="*/ 28803 w 40864"/>
              <a:gd name="connsiteY61" fmla="*/ 38743 h 48656"/>
              <a:gd name="connsiteX62" fmla="*/ 31184 w 40864"/>
              <a:gd name="connsiteY62" fmla="*/ 36362 h 48656"/>
              <a:gd name="connsiteX63" fmla="*/ 28803 w 40864"/>
              <a:gd name="connsiteY63" fmla="*/ 24456 h 48656"/>
              <a:gd name="connsiteX64" fmla="*/ 26421 w 40864"/>
              <a:gd name="connsiteY64" fmla="*/ 26837 h 48656"/>
              <a:gd name="connsiteX65" fmla="*/ 28803 w 40864"/>
              <a:gd name="connsiteY65" fmla="*/ 45887 h 48656"/>
              <a:gd name="connsiteX66" fmla="*/ 31184 w 40864"/>
              <a:gd name="connsiteY66" fmla="*/ 43506 h 48656"/>
              <a:gd name="connsiteX67" fmla="*/ 33565 w 40864"/>
              <a:gd name="connsiteY67" fmla="*/ 41125 h 48656"/>
              <a:gd name="connsiteX68" fmla="*/ 35946 w 40864"/>
              <a:gd name="connsiteY68" fmla="*/ 38743 h 48656"/>
              <a:gd name="connsiteX69" fmla="*/ 38327 w 40864"/>
              <a:gd name="connsiteY69" fmla="*/ 31600 h 48656"/>
              <a:gd name="connsiteX70" fmla="*/ 40709 w 40864"/>
              <a:gd name="connsiteY70" fmla="*/ 24456 h 48656"/>
              <a:gd name="connsiteX71" fmla="*/ 38327 w 40864"/>
              <a:gd name="connsiteY71" fmla="*/ 19693 h 48656"/>
              <a:gd name="connsiteX72" fmla="*/ 24040 w 40864"/>
              <a:gd name="connsiteY72" fmla="*/ 22075 h 48656"/>
              <a:gd name="connsiteX73" fmla="*/ 21659 w 40864"/>
              <a:gd name="connsiteY73" fmla="*/ 26837 h 48656"/>
              <a:gd name="connsiteX74" fmla="*/ 24040 w 40864"/>
              <a:gd name="connsiteY74" fmla="*/ 31600 h 48656"/>
              <a:gd name="connsiteX75" fmla="*/ 26421 w 40864"/>
              <a:gd name="connsiteY75" fmla="*/ 24456 h 48656"/>
              <a:gd name="connsiteX76" fmla="*/ 26421 w 40864"/>
              <a:gd name="connsiteY76" fmla="*/ 12550 h 48656"/>
              <a:gd name="connsiteX77" fmla="*/ 24040 w 40864"/>
              <a:gd name="connsiteY77" fmla="*/ 10169 h 48656"/>
              <a:gd name="connsiteX78" fmla="*/ 21659 w 40864"/>
              <a:gd name="connsiteY78" fmla="*/ 7787 h 48656"/>
              <a:gd name="connsiteX79" fmla="*/ 14515 w 40864"/>
              <a:gd name="connsiteY79" fmla="*/ 10169 h 48656"/>
              <a:gd name="connsiteX80" fmla="*/ 12134 w 40864"/>
              <a:gd name="connsiteY80" fmla="*/ 12550 h 48656"/>
              <a:gd name="connsiteX81" fmla="*/ 9753 w 40864"/>
              <a:gd name="connsiteY81" fmla="*/ 10169 h 48656"/>
              <a:gd name="connsiteX82" fmla="*/ 2609 w 40864"/>
              <a:gd name="connsiteY82" fmla="*/ 12550 h 48656"/>
              <a:gd name="connsiteX83" fmla="*/ 4990 w 40864"/>
              <a:gd name="connsiteY83" fmla="*/ 22075 h 48656"/>
              <a:gd name="connsiteX84" fmla="*/ 14515 w 40864"/>
              <a:gd name="connsiteY84" fmla="*/ 19693 h 48656"/>
              <a:gd name="connsiteX85" fmla="*/ 16897 w 40864"/>
              <a:gd name="connsiteY85" fmla="*/ 17312 h 48656"/>
              <a:gd name="connsiteX86" fmla="*/ 19277 w 40864"/>
              <a:gd name="connsiteY86" fmla="*/ 14931 h 48656"/>
              <a:gd name="connsiteX87" fmla="*/ 16897 w 40864"/>
              <a:gd name="connsiteY87" fmla="*/ 10169 h 48656"/>
              <a:gd name="connsiteX88" fmla="*/ 14515 w 40864"/>
              <a:gd name="connsiteY88" fmla="*/ 12550 h 48656"/>
              <a:gd name="connsiteX89" fmla="*/ 16897 w 40864"/>
              <a:gd name="connsiteY89" fmla="*/ 10169 h 48656"/>
              <a:gd name="connsiteX90" fmla="*/ 14515 w 40864"/>
              <a:gd name="connsiteY90" fmla="*/ 7787 h 48656"/>
              <a:gd name="connsiteX91" fmla="*/ 16897 w 40864"/>
              <a:gd name="connsiteY91" fmla="*/ 17312 h 48656"/>
              <a:gd name="connsiteX92" fmla="*/ 21659 w 40864"/>
              <a:gd name="connsiteY92" fmla="*/ 14931 h 48656"/>
              <a:gd name="connsiteX93" fmla="*/ 26421 w 40864"/>
              <a:gd name="connsiteY93" fmla="*/ 12550 h 48656"/>
              <a:gd name="connsiteX94" fmla="*/ 24040 w 40864"/>
              <a:gd name="connsiteY94" fmla="*/ 5406 h 48656"/>
              <a:gd name="connsiteX95" fmla="*/ 19277 w 40864"/>
              <a:gd name="connsiteY95" fmla="*/ 7787 h 48656"/>
              <a:gd name="connsiteX96" fmla="*/ 16897 w 40864"/>
              <a:gd name="connsiteY96" fmla="*/ 10169 h 48656"/>
              <a:gd name="connsiteX97" fmla="*/ 14515 w 40864"/>
              <a:gd name="connsiteY97" fmla="*/ 12550 h 48656"/>
              <a:gd name="connsiteX98" fmla="*/ 16897 w 40864"/>
              <a:gd name="connsiteY98" fmla="*/ 22075 h 48656"/>
              <a:gd name="connsiteX99" fmla="*/ 2609 w 40864"/>
              <a:gd name="connsiteY99" fmla="*/ 14931 h 4865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0864" h="48656">
                <a:moveTo>
                  <a:pt x="2609" y="14931"/>
                </a:moveTo>
                <a:cubicBezTo>
                  <a:pt x="2450" y="15725"/>
                  <a:pt x="227" y="25249"/>
                  <a:pt x="227" y="26837"/>
                </a:cubicBezTo>
                <a:cubicBezTo>
                  <a:pt x="227" y="28425"/>
                  <a:pt x="2291" y="37791"/>
                  <a:pt x="2609" y="38743"/>
                </a:cubicBezTo>
                <a:cubicBezTo>
                  <a:pt x="2926" y="39696"/>
                  <a:pt x="4037" y="41125"/>
                  <a:pt x="4990" y="41125"/>
                </a:cubicBezTo>
                <a:cubicBezTo>
                  <a:pt x="5943" y="41125"/>
                  <a:pt x="15944" y="39061"/>
                  <a:pt x="16897" y="38743"/>
                </a:cubicBezTo>
                <a:cubicBezTo>
                  <a:pt x="17850" y="38426"/>
                  <a:pt x="18960" y="36679"/>
                  <a:pt x="19277" y="36362"/>
                </a:cubicBezTo>
                <a:cubicBezTo>
                  <a:pt x="19595" y="36045"/>
                  <a:pt x="21341" y="34298"/>
                  <a:pt x="21659" y="33981"/>
                </a:cubicBezTo>
                <a:cubicBezTo>
                  <a:pt x="21976" y="33663"/>
                  <a:pt x="23723" y="31917"/>
                  <a:pt x="24040" y="31600"/>
                </a:cubicBezTo>
                <a:cubicBezTo>
                  <a:pt x="24357" y="31282"/>
                  <a:pt x="26104" y="29853"/>
                  <a:pt x="26421" y="29219"/>
                </a:cubicBezTo>
                <a:cubicBezTo>
                  <a:pt x="26739" y="28583"/>
                  <a:pt x="28803" y="23027"/>
                  <a:pt x="28803" y="22075"/>
                </a:cubicBezTo>
                <a:cubicBezTo>
                  <a:pt x="28803" y="21122"/>
                  <a:pt x="27215" y="15249"/>
                  <a:pt x="26421" y="14931"/>
                </a:cubicBezTo>
                <a:cubicBezTo>
                  <a:pt x="25628" y="14613"/>
                  <a:pt x="17691" y="16994"/>
                  <a:pt x="16897" y="17312"/>
                </a:cubicBezTo>
                <a:cubicBezTo>
                  <a:pt x="16103" y="17630"/>
                  <a:pt x="14833" y="19375"/>
                  <a:pt x="14515" y="19693"/>
                </a:cubicBezTo>
                <a:cubicBezTo>
                  <a:pt x="14197" y="20011"/>
                  <a:pt x="12134" y="20964"/>
                  <a:pt x="12134" y="22075"/>
                </a:cubicBezTo>
                <a:cubicBezTo>
                  <a:pt x="12134" y="23186"/>
                  <a:pt x="14197" y="35251"/>
                  <a:pt x="14515" y="36362"/>
                </a:cubicBezTo>
                <a:cubicBezTo>
                  <a:pt x="14833" y="37473"/>
                  <a:pt x="16579" y="38426"/>
                  <a:pt x="16897" y="38743"/>
                </a:cubicBezTo>
                <a:cubicBezTo>
                  <a:pt x="17215" y="39061"/>
                  <a:pt x="18960" y="41125"/>
                  <a:pt x="19277" y="41125"/>
                </a:cubicBezTo>
                <a:cubicBezTo>
                  <a:pt x="19595" y="41125"/>
                  <a:pt x="21341" y="39219"/>
                  <a:pt x="21659" y="38743"/>
                </a:cubicBezTo>
                <a:cubicBezTo>
                  <a:pt x="21976" y="38267"/>
                  <a:pt x="24040" y="35409"/>
                  <a:pt x="24040" y="33981"/>
                </a:cubicBezTo>
                <a:cubicBezTo>
                  <a:pt x="24040" y="32551"/>
                  <a:pt x="22294" y="18265"/>
                  <a:pt x="21659" y="17312"/>
                </a:cubicBezTo>
                <a:cubicBezTo>
                  <a:pt x="21024" y="16359"/>
                  <a:pt x="15309" y="19375"/>
                  <a:pt x="14515" y="19693"/>
                </a:cubicBezTo>
                <a:cubicBezTo>
                  <a:pt x="13721" y="20011"/>
                  <a:pt x="9911" y="21440"/>
                  <a:pt x="9753" y="22075"/>
                </a:cubicBezTo>
                <a:cubicBezTo>
                  <a:pt x="9594" y="22709"/>
                  <a:pt x="11499" y="28901"/>
                  <a:pt x="12134" y="29219"/>
                </a:cubicBezTo>
                <a:cubicBezTo>
                  <a:pt x="12769" y="29536"/>
                  <a:pt x="18960" y="28425"/>
                  <a:pt x="19277" y="26837"/>
                </a:cubicBezTo>
                <a:cubicBezTo>
                  <a:pt x="19595" y="25249"/>
                  <a:pt x="17215" y="6993"/>
                  <a:pt x="16897" y="5406"/>
                </a:cubicBezTo>
                <a:cubicBezTo>
                  <a:pt x="16579" y="3818"/>
                  <a:pt x="14833" y="3342"/>
                  <a:pt x="14515" y="3025"/>
                </a:cubicBezTo>
                <a:cubicBezTo>
                  <a:pt x="14197" y="2707"/>
                  <a:pt x="12610" y="643"/>
                  <a:pt x="12134" y="643"/>
                </a:cubicBezTo>
                <a:cubicBezTo>
                  <a:pt x="11658" y="643"/>
                  <a:pt x="7848" y="2707"/>
                  <a:pt x="7371" y="3025"/>
                </a:cubicBezTo>
                <a:cubicBezTo>
                  <a:pt x="6895" y="3342"/>
                  <a:pt x="5308" y="5089"/>
                  <a:pt x="4990" y="5406"/>
                </a:cubicBezTo>
                <a:cubicBezTo>
                  <a:pt x="4672" y="5723"/>
                  <a:pt x="2609" y="6517"/>
                  <a:pt x="2609" y="7787"/>
                </a:cubicBezTo>
                <a:cubicBezTo>
                  <a:pt x="2609" y="9057"/>
                  <a:pt x="4672" y="23186"/>
                  <a:pt x="4990" y="24456"/>
                </a:cubicBezTo>
                <a:cubicBezTo>
                  <a:pt x="5308" y="25726"/>
                  <a:pt x="7054" y="26837"/>
                  <a:pt x="7371" y="26837"/>
                </a:cubicBezTo>
                <a:cubicBezTo>
                  <a:pt x="7689" y="26837"/>
                  <a:pt x="9753" y="25250"/>
                  <a:pt x="9753" y="24456"/>
                </a:cubicBezTo>
                <a:cubicBezTo>
                  <a:pt x="9753" y="23662"/>
                  <a:pt x="7689" y="15407"/>
                  <a:pt x="7371" y="14931"/>
                </a:cubicBezTo>
                <a:cubicBezTo>
                  <a:pt x="7054" y="14454"/>
                  <a:pt x="5308" y="16994"/>
                  <a:pt x="4990" y="17312"/>
                </a:cubicBezTo>
                <a:cubicBezTo>
                  <a:pt x="4672" y="17630"/>
                  <a:pt x="2927" y="19217"/>
                  <a:pt x="2609" y="19693"/>
                </a:cubicBezTo>
                <a:cubicBezTo>
                  <a:pt x="2291" y="20170"/>
                  <a:pt x="227" y="23345"/>
                  <a:pt x="227" y="24456"/>
                </a:cubicBezTo>
                <a:cubicBezTo>
                  <a:pt x="227" y="25567"/>
                  <a:pt x="2291" y="35410"/>
                  <a:pt x="2609" y="36362"/>
                </a:cubicBezTo>
                <a:cubicBezTo>
                  <a:pt x="2926" y="37315"/>
                  <a:pt x="4513" y="38585"/>
                  <a:pt x="4990" y="38743"/>
                </a:cubicBezTo>
                <a:cubicBezTo>
                  <a:pt x="5467" y="38902"/>
                  <a:pt x="9277" y="38902"/>
                  <a:pt x="9753" y="38743"/>
                </a:cubicBezTo>
                <a:cubicBezTo>
                  <a:pt x="10229" y="38585"/>
                  <a:pt x="11817" y="36839"/>
                  <a:pt x="12134" y="36362"/>
                </a:cubicBezTo>
                <a:cubicBezTo>
                  <a:pt x="12451" y="35886"/>
                  <a:pt x="14197" y="32076"/>
                  <a:pt x="14515" y="31600"/>
                </a:cubicBezTo>
                <a:cubicBezTo>
                  <a:pt x="14833" y="31123"/>
                  <a:pt x="16738" y="29536"/>
                  <a:pt x="16897" y="29219"/>
                </a:cubicBezTo>
                <a:cubicBezTo>
                  <a:pt x="17055" y="28901"/>
                  <a:pt x="16738" y="27155"/>
                  <a:pt x="16897" y="26837"/>
                </a:cubicBezTo>
                <a:cubicBezTo>
                  <a:pt x="17055" y="26520"/>
                  <a:pt x="19277" y="24932"/>
                  <a:pt x="19277" y="24456"/>
                </a:cubicBezTo>
                <a:cubicBezTo>
                  <a:pt x="19277" y="23980"/>
                  <a:pt x="17373" y="19852"/>
                  <a:pt x="16897" y="19693"/>
                </a:cubicBezTo>
                <a:cubicBezTo>
                  <a:pt x="16421" y="19535"/>
                  <a:pt x="12293" y="20805"/>
                  <a:pt x="12134" y="22075"/>
                </a:cubicBezTo>
                <a:cubicBezTo>
                  <a:pt x="11975" y="23345"/>
                  <a:pt x="14039" y="37791"/>
                  <a:pt x="14515" y="38743"/>
                </a:cubicBezTo>
                <a:cubicBezTo>
                  <a:pt x="14991" y="39696"/>
                  <a:pt x="18801" y="36679"/>
                  <a:pt x="19277" y="36362"/>
                </a:cubicBezTo>
                <a:cubicBezTo>
                  <a:pt x="19754" y="36045"/>
                  <a:pt x="21500" y="34298"/>
                  <a:pt x="21659" y="33981"/>
                </a:cubicBezTo>
                <a:cubicBezTo>
                  <a:pt x="21817" y="33663"/>
                  <a:pt x="21500" y="31917"/>
                  <a:pt x="21659" y="31600"/>
                </a:cubicBezTo>
                <a:cubicBezTo>
                  <a:pt x="21817" y="31282"/>
                  <a:pt x="24040" y="30330"/>
                  <a:pt x="24040" y="29219"/>
                </a:cubicBezTo>
                <a:cubicBezTo>
                  <a:pt x="24040" y="28107"/>
                  <a:pt x="21976" y="15725"/>
                  <a:pt x="21659" y="14931"/>
                </a:cubicBezTo>
                <a:cubicBezTo>
                  <a:pt x="21341" y="14136"/>
                  <a:pt x="19754" y="16994"/>
                  <a:pt x="19277" y="17312"/>
                </a:cubicBezTo>
                <a:cubicBezTo>
                  <a:pt x="18801" y="17630"/>
                  <a:pt x="14991" y="19375"/>
                  <a:pt x="14515" y="19693"/>
                </a:cubicBezTo>
                <a:cubicBezTo>
                  <a:pt x="14039" y="20011"/>
                  <a:pt x="12451" y="21757"/>
                  <a:pt x="12134" y="22075"/>
                </a:cubicBezTo>
                <a:cubicBezTo>
                  <a:pt x="11817" y="22392"/>
                  <a:pt x="9753" y="23186"/>
                  <a:pt x="9753" y="24456"/>
                </a:cubicBezTo>
                <a:cubicBezTo>
                  <a:pt x="9753" y="25725"/>
                  <a:pt x="11817" y="39696"/>
                  <a:pt x="12134" y="41125"/>
                </a:cubicBezTo>
                <a:cubicBezTo>
                  <a:pt x="12451" y="42553"/>
                  <a:pt x="13880" y="45729"/>
                  <a:pt x="14515" y="45887"/>
                </a:cubicBezTo>
                <a:cubicBezTo>
                  <a:pt x="15150" y="46046"/>
                  <a:pt x="20865" y="43823"/>
                  <a:pt x="21659" y="43506"/>
                </a:cubicBezTo>
                <a:cubicBezTo>
                  <a:pt x="22453" y="43189"/>
                  <a:pt x="25945" y="41442"/>
                  <a:pt x="26421" y="41125"/>
                </a:cubicBezTo>
                <a:cubicBezTo>
                  <a:pt x="26897" y="40807"/>
                  <a:pt x="28485" y="39061"/>
                  <a:pt x="28803" y="38743"/>
                </a:cubicBezTo>
                <a:cubicBezTo>
                  <a:pt x="29120" y="38426"/>
                  <a:pt x="31184" y="37315"/>
                  <a:pt x="31184" y="36362"/>
                </a:cubicBezTo>
                <a:cubicBezTo>
                  <a:pt x="31184" y="35410"/>
                  <a:pt x="29120" y="25091"/>
                  <a:pt x="28803" y="24456"/>
                </a:cubicBezTo>
                <a:cubicBezTo>
                  <a:pt x="28485" y="23821"/>
                  <a:pt x="26421" y="25409"/>
                  <a:pt x="26421" y="26837"/>
                </a:cubicBezTo>
                <a:cubicBezTo>
                  <a:pt x="26421" y="28265"/>
                  <a:pt x="28485" y="44776"/>
                  <a:pt x="28803" y="45887"/>
                </a:cubicBezTo>
                <a:cubicBezTo>
                  <a:pt x="29120" y="46998"/>
                  <a:pt x="30867" y="43823"/>
                  <a:pt x="31184" y="43506"/>
                </a:cubicBezTo>
                <a:cubicBezTo>
                  <a:pt x="31501" y="43189"/>
                  <a:pt x="33247" y="41442"/>
                  <a:pt x="33565" y="41125"/>
                </a:cubicBezTo>
                <a:cubicBezTo>
                  <a:pt x="33883" y="40807"/>
                  <a:pt x="35628" y="39378"/>
                  <a:pt x="35946" y="38743"/>
                </a:cubicBezTo>
                <a:cubicBezTo>
                  <a:pt x="36263" y="38109"/>
                  <a:pt x="38010" y="32552"/>
                  <a:pt x="38327" y="31600"/>
                </a:cubicBezTo>
                <a:cubicBezTo>
                  <a:pt x="38645" y="30647"/>
                  <a:pt x="40709" y="25249"/>
                  <a:pt x="40709" y="24456"/>
                </a:cubicBezTo>
                <a:cubicBezTo>
                  <a:pt x="40709" y="23663"/>
                  <a:pt x="39439" y="19852"/>
                  <a:pt x="38327" y="19693"/>
                </a:cubicBezTo>
                <a:cubicBezTo>
                  <a:pt x="37216" y="19535"/>
                  <a:pt x="25151" y="21599"/>
                  <a:pt x="24040" y="22075"/>
                </a:cubicBezTo>
                <a:cubicBezTo>
                  <a:pt x="22929" y="22551"/>
                  <a:pt x="21659" y="26203"/>
                  <a:pt x="21659" y="26837"/>
                </a:cubicBezTo>
                <a:cubicBezTo>
                  <a:pt x="21659" y="27472"/>
                  <a:pt x="23723" y="31759"/>
                  <a:pt x="24040" y="31600"/>
                </a:cubicBezTo>
                <a:cubicBezTo>
                  <a:pt x="24357" y="31441"/>
                  <a:pt x="26263" y="25726"/>
                  <a:pt x="26421" y="24456"/>
                </a:cubicBezTo>
                <a:cubicBezTo>
                  <a:pt x="26580" y="23186"/>
                  <a:pt x="26580" y="13503"/>
                  <a:pt x="26421" y="12550"/>
                </a:cubicBezTo>
                <a:cubicBezTo>
                  <a:pt x="26263" y="11597"/>
                  <a:pt x="24357" y="10486"/>
                  <a:pt x="24040" y="10169"/>
                </a:cubicBezTo>
                <a:cubicBezTo>
                  <a:pt x="23723" y="9851"/>
                  <a:pt x="22294" y="7787"/>
                  <a:pt x="21659" y="7787"/>
                </a:cubicBezTo>
                <a:cubicBezTo>
                  <a:pt x="21024" y="7787"/>
                  <a:pt x="15150" y="9851"/>
                  <a:pt x="14515" y="10169"/>
                </a:cubicBezTo>
                <a:cubicBezTo>
                  <a:pt x="13880" y="10486"/>
                  <a:pt x="12451" y="12550"/>
                  <a:pt x="12134" y="12550"/>
                </a:cubicBezTo>
                <a:cubicBezTo>
                  <a:pt x="11817" y="12550"/>
                  <a:pt x="10388" y="10169"/>
                  <a:pt x="9753" y="10169"/>
                </a:cubicBezTo>
                <a:cubicBezTo>
                  <a:pt x="9117" y="10169"/>
                  <a:pt x="2926" y="11755"/>
                  <a:pt x="2609" y="12550"/>
                </a:cubicBezTo>
                <a:cubicBezTo>
                  <a:pt x="2291" y="13344"/>
                  <a:pt x="4196" y="21599"/>
                  <a:pt x="4990" y="22075"/>
                </a:cubicBezTo>
                <a:cubicBezTo>
                  <a:pt x="5784" y="22551"/>
                  <a:pt x="13721" y="20011"/>
                  <a:pt x="14515" y="19693"/>
                </a:cubicBezTo>
                <a:cubicBezTo>
                  <a:pt x="15309" y="19375"/>
                  <a:pt x="16579" y="17630"/>
                  <a:pt x="16897" y="17312"/>
                </a:cubicBezTo>
                <a:cubicBezTo>
                  <a:pt x="17215" y="16994"/>
                  <a:pt x="19277" y="15407"/>
                  <a:pt x="19277" y="14931"/>
                </a:cubicBezTo>
                <a:cubicBezTo>
                  <a:pt x="19277" y="14454"/>
                  <a:pt x="17215" y="10327"/>
                  <a:pt x="16897" y="10169"/>
                </a:cubicBezTo>
                <a:cubicBezTo>
                  <a:pt x="16579" y="10010"/>
                  <a:pt x="14515" y="12550"/>
                  <a:pt x="14515" y="12550"/>
                </a:cubicBezTo>
                <a:cubicBezTo>
                  <a:pt x="14515" y="12550"/>
                  <a:pt x="16897" y="10486"/>
                  <a:pt x="16897" y="10169"/>
                </a:cubicBezTo>
                <a:cubicBezTo>
                  <a:pt x="16897" y="9851"/>
                  <a:pt x="14515" y="7311"/>
                  <a:pt x="14515" y="7787"/>
                </a:cubicBezTo>
                <a:cubicBezTo>
                  <a:pt x="14515" y="8263"/>
                  <a:pt x="16421" y="16836"/>
                  <a:pt x="16897" y="17312"/>
                </a:cubicBezTo>
                <a:cubicBezTo>
                  <a:pt x="17373" y="17789"/>
                  <a:pt x="21024" y="15248"/>
                  <a:pt x="21659" y="14931"/>
                </a:cubicBezTo>
                <a:cubicBezTo>
                  <a:pt x="22294" y="14613"/>
                  <a:pt x="26263" y="13185"/>
                  <a:pt x="26421" y="12550"/>
                </a:cubicBezTo>
                <a:cubicBezTo>
                  <a:pt x="26580" y="11915"/>
                  <a:pt x="24516" y="5723"/>
                  <a:pt x="24040" y="5406"/>
                </a:cubicBezTo>
                <a:cubicBezTo>
                  <a:pt x="23564" y="5089"/>
                  <a:pt x="19754" y="7470"/>
                  <a:pt x="19277" y="7787"/>
                </a:cubicBezTo>
                <a:cubicBezTo>
                  <a:pt x="18801" y="8105"/>
                  <a:pt x="17215" y="9851"/>
                  <a:pt x="16897" y="10169"/>
                </a:cubicBezTo>
                <a:cubicBezTo>
                  <a:pt x="16579" y="10486"/>
                  <a:pt x="14515" y="11755"/>
                  <a:pt x="14515" y="12550"/>
                </a:cubicBezTo>
                <a:cubicBezTo>
                  <a:pt x="14515" y="13344"/>
                  <a:pt x="16897" y="21439"/>
                  <a:pt x="16897" y="22075"/>
                </a:cubicBezTo>
                <a:cubicBezTo>
                  <a:pt x="16897" y="22710"/>
                  <a:pt x="14674" y="22075"/>
                  <a:pt x="2609" y="14931"/>
                </a:cubicBezTo>
                <a:close/>
              </a:path>
            </a:pathLst>
          </a:custGeom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7" name=""/>
          <p:cNvSpPr/>
          <p:nvPr/>
        </p:nvSpPr>
        <p:spPr>
          <a:xfrm>
            <a:off x="6049632" y="7558682"/>
            <a:ext cx="312131" cy="26193"/>
          </a:xfrm>
          <a:custGeom>
            <a:avLst/>
            <a:gdLst>
              <a:gd name="connsiteX0" fmla="*/ 15412 w 312131"/>
              <a:gd name="connsiteY0" fmla="*/ 16280 h 26193"/>
              <a:gd name="connsiteX1" fmla="*/ 27318 w 312131"/>
              <a:gd name="connsiteY1" fmla="*/ 18661 h 26193"/>
              <a:gd name="connsiteX2" fmla="*/ 34462 w 312131"/>
              <a:gd name="connsiteY2" fmla="*/ 21043 h 26193"/>
              <a:gd name="connsiteX3" fmla="*/ 43986 w 312131"/>
              <a:gd name="connsiteY3" fmla="*/ 21043 h 26193"/>
              <a:gd name="connsiteX4" fmla="*/ 46368 w 312131"/>
              <a:gd name="connsiteY4" fmla="*/ 23424 h 26193"/>
              <a:gd name="connsiteX5" fmla="*/ 127330 w 312131"/>
              <a:gd name="connsiteY5" fmla="*/ 21043 h 26193"/>
              <a:gd name="connsiteX6" fmla="*/ 198768 w 312131"/>
              <a:gd name="connsiteY6" fmla="*/ 23424 h 26193"/>
              <a:gd name="connsiteX7" fmla="*/ 191624 w 312131"/>
              <a:gd name="connsiteY7" fmla="*/ 23424 h 26193"/>
              <a:gd name="connsiteX8" fmla="*/ 189242 w 312131"/>
              <a:gd name="connsiteY8" fmla="*/ 21043 h 26193"/>
              <a:gd name="connsiteX9" fmla="*/ 96374 w 312131"/>
              <a:gd name="connsiteY9" fmla="*/ 23424 h 26193"/>
              <a:gd name="connsiteX10" fmla="*/ 79705 w 312131"/>
              <a:gd name="connsiteY10" fmla="*/ 23424 h 26193"/>
              <a:gd name="connsiteX11" fmla="*/ 77324 w 312131"/>
              <a:gd name="connsiteY11" fmla="*/ 25805 h 26193"/>
              <a:gd name="connsiteX12" fmla="*/ 20174 w 312131"/>
              <a:gd name="connsiteY12" fmla="*/ 23424 h 26193"/>
              <a:gd name="connsiteX13" fmla="*/ 39224 w 312131"/>
              <a:gd name="connsiteY13" fmla="*/ 23424 h 26193"/>
              <a:gd name="connsiteX14" fmla="*/ 41605 w 312131"/>
              <a:gd name="connsiteY14" fmla="*/ 21043 h 26193"/>
              <a:gd name="connsiteX15" fmla="*/ 70180 w 312131"/>
              <a:gd name="connsiteY15" fmla="*/ 21043 h 26193"/>
              <a:gd name="connsiteX16" fmla="*/ 72562 w 312131"/>
              <a:gd name="connsiteY16" fmla="*/ 18661 h 26193"/>
              <a:gd name="connsiteX17" fmla="*/ 96374 w 312131"/>
              <a:gd name="connsiteY17" fmla="*/ 18661 h 26193"/>
              <a:gd name="connsiteX18" fmla="*/ 101136 w 312131"/>
              <a:gd name="connsiteY18" fmla="*/ 16280 h 26193"/>
              <a:gd name="connsiteX19" fmla="*/ 155905 w 312131"/>
              <a:gd name="connsiteY19" fmla="*/ 16280 h 26193"/>
              <a:gd name="connsiteX20" fmla="*/ 160668 w 312131"/>
              <a:gd name="connsiteY20" fmla="*/ 13899 h 26193"/>
              <a:gd name="connsiteX21" fmla="*/ 179718 w 312131"/>
              <a:gd name="connsiteY21" fmla="*/ 13899 h 26193"/>
              <a:gd name="connsiteX22" fmla="*/ 184480 w 312131"/>
              <a:gd name="connsiteY22" fmla="*/ 11517 h 26193"/>
              <a:gd name="connsiteX23" fmla="*/ 239249 w 312131"/>
              <a:gd name="connsiteY23" fmla="*/ 11517 h 26193"/>
              <a:gd name="connsiteX24" fmla="*/ 241630 w 312131"/>
              <a:gd name="connsiteY24" fmla="*/ 9136 h 26193"/>
              <a:gd name="connsiteX25" fmla="*/ 298780 w 312131"/>
              <a:gd name="connsiteY25" fmla="*/ 9136 h 26193"/>
              <a:gd name="connsiteX26" fmla="*/ 301162 w 312131"/>
              <a:gd name="connsiteY26" fmla="*/ 6755 h 26193"/>
              <a:gd name="connsiteX27" fmla="*/ 122568 w 312131"/>
              <a:gd name="connsiteY27" fmla="*/ 4374 h 26193"/>
              <a:gd name="connsiteX28" fmla="*/ 32080 w 312131"/>
              <a:gd name="connsiteY28" fmla="*/ 6755 h 26193"/>
              <a:gd name="connsiteX29" fmla="*/ 27318 w 312131"/>
              <a:gd name="connsiteY29" fmla="*/ 6755 h 26193"/>
              <a:gd name="connsiteX30" fmla="*/ 24936 w 312131"/>
              <a:gd name="connsiteY30" fmla="*/ 9136 h 26193"/>
              <a:gd name="connsiteX31" fmla="*/ 22555 w 312131"/>
              <a:gd name="connsiteY31" fmla="*/ 9136 h 26193"/>
              <a:gd name="connsiteX32" fmla="*/ 20174 w 312131"/>
              <a:gd name="connsiteY32" fmla="*/ 11517 h 26193"/>
              <a:gd name="connsiteX33" fmla="*/ 15412 w 312131"/>
              <a:gd name="connsiteY33" fmla="*/ 13899 h 26193"/>
              <a:gd name="connsiteX34" fmla="*/ 27318 w 312131"/>
              <a:gd name="connsiteY34" fmla="*/ 13899 h 26193"/>
              <a:gd name="connsiteX35" fmla="*/ 29699 w 312131"/>
              <a:gd name="connsiteY35" fmla="*/ 11517 h 26193"/>
              <a:gd name="connsiteX36" fmla="*/ 34462 w 312131"/>
              <a:gd name="connsiteY36" fmla="*/ 9136 h 26193"/>
              <a:gd name="connsiteX37" fmla="*/ 48749 w 312131"/>
              <a:gd name="connsiteY37" fmla="*/ 6755 h 26193"/>
              <a:gd name="connsiteX38" fmla="*/ 72562 w 312131"/>
              <a:gd name="connsiteY38" fmla="*/ 6755 h 26193"/>
              <a:gd name="connsiteX39" fmla="*/ 74942 w 312131"/>
              <a:gd name="connsiteY39" fmla="*/ 4374 h 26193"/>
              <a:gd name="connsiteX40" fmla="*/ 101136 w 312131"/>
              <a:gd name="connsiteY40" fmla="*/ 4374 h 26193"/>
              <a:gd name="connsiteX41" fmla="*/ 103518 w 312131"/>
              <a:gd name="connsiteY41" fmla="*/ 1993 h 26193"/>
              <a:gd name="connsiteX42" fmla="*/ 201149 w 312131"/>
              <a:gd name="connsiteY42" fmla="*/ -388 h 26193"/>
              <a:gd name="connsiteX43" fmla="*/ 265442 w 312131"/>
              <a:gd name="connsiteY43" fmla="*/ 1993 h 26193"/>
              <a:gd name="connsiteX44" fmla="*/ 263062 w 312131"/>
              <a:gd name="connsiteY44" fmla="*/ 6755 h 26193"/>
              <a:gd name="connsiteX45" fmla="*/ 260680 w 312131"/>
              <a:gd name="connsiteY45" fmla="*/ 9136 h 26193"/>
              <a:gd name="connsiteX46" fmla="*/ 253536 w 312131"/>
              <a:gd name="connsiteY46" fmla="*/ 11517 h 26193"/>
              <a:gd name="connsiteX47" fmla="*/ 251155 w 312131"/>
              <a:gd name="connsiteY47" fmla="*/ 11517 h 26193"/>
              <a:gd name="connsiteX48" fmla="*/ 248774 w 312131"/>
              <a:gd name="connsiteY48" fmla="*/ 13899 h 26193"/>
              <a:gd name="connsiteX49" fmla="*/ 236868 w 312131"/>
              <a:gd name="connsiteY49" fmla="*/ 16280 h 26193"/>
              <a:gd name="connsiteX50" fmla="*/ 224962 w 312131"/>
              <a:gd name="connsiteY50" fmla="*/ 18661 h 26193"/>
              <a:gd name="connsiteX51" fmla="*/ 201149 w 312131"/>
              <a:gd name="connsiteY51" fmla="*/ 21043 h 26193"/>
              <a:gd name="connsiteX52" fmla="*/ 27318 w 312131"/>
              <a:gd name="connsiteY52" fmla="*/ 21043 h 26193"/>
              <a:gd name="connsiteX53" fmla="*/ 29699 w 312131"/>
              <a:gd name="connsiteY53" fmla="*/ 18661 h 26193"/>
              <a:gd name="connsiteX54" fmla="*/ 36842 w 312131"/>
              <a:gd name="connsiteY54" fmla="*/ 18661 h 26193"/>
              <a:gd name="connsiteX55" fmla="*/ 39224 w 312131"/>
              <a:gd name="connsiteY55" fmla="*/ 16280 h 26193"/>
              <a:gd name="connsiteX56" fmla="*/ 58274 w 312131"/>
              <a:gd name="connsiteY56" fmla="*/ 16280 h 26193"/>
              <a:gd name="connsiteX57" fmla="*/ 60655 w 312131"/>
              <a:gd name="connsiteY57" fmla="*/ 13899 h 26193"/>
              <a:gd name="connsiteX58" fmla="*/ 86849 w 312131"/>
              <a:gd name="connsiteY58" fmla="*/ 13899 h 26193"/>
              <a:gd name="connsiteX59" fmla="*/ 89230 w 312131"/>
              <a:gd name="connsiteY59" fmla="*/ 11517 h 26193"/>
              <a:gd name="connsiteX60" fmla="*/ 265442 w 312131"/>
              <a:gd name="connsiteY60" fmla="*/ 13899 h 26193"/>
              <a:gd name="connsiteX61" fmla="*/ 224962 w 312131"/>
              <a:gd name="connsiteY61" fmla="*/ 13899 h 26193"/>
              <a:gd name="connsiteX62" fmla="*/ 222580 w 312131"/>
              <a:gd name="connsiteY62" fmla="*/ 16280 h 26193"/>
              <a:gd name="connsiteX63" fmla="*/ 65418 w 312131"/>
              <a:gd name="connsiteY63" fmla="*/ 16280 h 26193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312131" h="26193">
                <a:moveTo>
                  <a:pt x="15412" y="16280"/>
                </a:moveTo>
                <a:cubicBezTo>
                  <a:pt x="16205" y="16439"/>
                  <a:pt x="26048" y="18344"/>
                  <a:pt x="27318" y="18661"/>
                </a:cubicBezTo>
                <a:cubicBezTo>
                  <a:pt x="28588" y="18979"/>
                  <a:pt x="33350" y="20884"/>
                  <a:pt x="34462" y="21043"/>
                </a:cubicBezTo>
                <a:cubicBezTo>
                  <a:pt x="35573" y="21201"/>
                  <a:pt x="43192" y="20884"/>
                  <a:pt x="43986" y="21043"/>
                </a:cubicBezTo>
                <a:cubicBezTo>
                  <a:pt x="44780" y="21201"/>
                  <a:pt x="40812" y="23424"/>
                  <a:pt x="46368" y="23424"/>
                </a:cubicBezTo>
                <a:cubicBezTo>
                  <a:pt x="51924" y="23424"/>
                  <a:pt x="117170" y="21043"/>
                  <a:pt x="127330" y="21043"/>
                </a:cubicBezTo>
                <a:cubicBezTo>
                  <a:pt x="137490" y="21043"/>
                  <a:pt x="194481" y="23265"/>
                  <a:pt x="198768" y="23424"/>
                </a:cubicBezTo>
                <a:cubicBezTo>
                  <a:pt x="203054" y="23583"/>
                  <a:pt x="192259" y="23583"/>
                  <a:pt x="191624" y="23424"/>
                </a:cubicBezTo>
                <a:cubicBezTo>
                  <a:pt x="190989" y="23265"/>
                  <a:pt x="195592" y="21043"/>
                  <a:pt x="189242" y="21043"/>
                </a:cubicBezTo>
                <a:cubicBezTo>
                  <a:pt x="182892" y="21043"/>
                  <a:pt x="103676" y="23265"/>
                  <a:pt x="96374" y="23424"/>
                </a:cubicBezTo>
                <a:cubicBezTo>
                  <a:pt x="89072" y="23583"/>
                  <a:pt x="80975" y="23265"/>
                  <a:pt x="79705" y="23424"/>
                </a:cubicBezTo>
                <a:cubicBezTo>
                  <a:pt x="78436" y="23583"/>
                  <a:pt x="81293" y="25805"/>
                  <a:pt x="77324" y="25805"/>
                </a:cubicBezTo>
                <a:cubicBezTo>
                  <a:pt x="73355" y="25805"/>
                  <a:pt x="22714" y="23583"/>
                  <a:pt x="20174" y="23424"/>
                </a:cubicBezTo>
                <a:cubicBezTo>
                  <a:pt x="17634" y="23265"/>
                  <a:pt x="37795" y="23583"/>
                  <a:pt x="39224" y="23424"/>
                </a:cubicBezTo>
                <a:cubicBezTo>
                  <a:pt x="40653" y="23265"/>
                  <a:pt x="39542" y="21201"/>
                  <a:pt x="41605" y="21043"/>
                </a:cubicBezTo>
                <a:cubicBezTo>
                  <a:pt x="43668" y="20884"/>
                  <a:pt x="68117" y="21201"/>
                  <a:pt x="70180" y="21043"/>
                </a:cubicBezTo>
                <a:cubicBezTo>
                  <a:pt x="72244" y="20884"/>
                  <a:pt x="70815" y="18820"/>
                  <a:pt x="72562" y="18661"/>
                </a:cubicBezTo>
                <a:cubicBezTo>
                  <a:pt x="74308" y="18503"/>
                  <a:pt x="94469" y="18820"/>
                  <a:pt x="96374" y="18661"/>
                </a:cubicBezTo>
                <a:cubicBezTo>
                  <a:pt x="98279" y="18503"/>
                  <a:pt x="97168" y="16439"/>
                  <a:pt x="101136" y="16280"/>
                </a:cubicBezTo>
                <a:cubicBezTo>
                  <a:pt x="105106" y="16121"/>
                  <a:pt x="151936" y="16439"/>
                  <a:pt x="155905" y="16280"/>
                </a:cubicBezTo>
                <a:cubicBezTo>
                  <a:pt x="159874" y="16121"/>
                  <a:pt x="159080" y="14057"/>
                  <a:pt x="160668" y="13899"/>
                </a:cubicBezTo>
                <a:cubicBezTo>
                  <a:pt x="162255" y="13740"/>
                  <a:pt x="178130" y="14057"/>
                  <a:pt x="179718" y="13899"/>
                </a:cubicBezTo>
                <a:cubicBezTo>
                  <a:pt x="181306" y="13740"/>
                  <a:pt x="180511" y="11676"/>
                  <a:pt x="184480" y="11517"/>
                </a:cubicBezTo>
                <a:cubicBezTo>
                  <a:pt x="188449" y="11359"/>
                  <a:pt x="235439" y="11676"/>
                  <a:pt x="239249" y="11517"/>
                </a:cubicBezTo>
                <a:cubicBezTo>
                  <a:pt x="243058" y="11359"/>
                  <a:pt x="237661" y="9295"/>
                  <a:pt x="241630" y="9136"/>
                </a:cubicBezTo>
                <a:cubicBezTo>
                  <a:pt x="245599" y="8977"/>
                  <a:pt x="294811" y="9295"/>
                  <a:pt x="298780" y="9136"/>
                </a:cubicBezTo>
                <a:cubicBezTo>
                  <a:pt x="302749" y="8977"/>
                  <a:pt x="312909" y="7073"/>
                  <a:pt x="301162" y="6755"/>
                </a:cubicBezTo>
                <a:cubicBezTo>
                  <a:pt x="289414" y="6437"/>
                  <a:pt x="140507" y="4374"/>
                  <a:pt x="122568" y="4374"/>
                </a:cubicBezTo>
                <a:cubicBezTo>
                  <a:pt x="104628" y="4374"/>
                  <a:pt x="38430" y="6596"/>
                  <a:pt x="32080" y="6755"/>
                </a:cubicBezTo>
                <a:cubicBezTo>
                  <a:pt x="25730" y="6913"/>
                  <a:pt x="27794" y="6595"/>
                  <a:pt x="27318" y="6755"/>
                </a:cubicBezTo>
                <a:cubicBezTo>
                  <a:pt x="26842" y="6914"/>
                  <a:pt x="25254" y="8977"/>
                  <a:pt x="24936" y="9136"/>
                </a:cubicBezTo>
                <a:cubicBezTo>
                  <a:pt x="24619" y="9295"/>
                  <a:pt x="22872" y="8977"/>
                  <a:pt x="22555" y="9136"/>
                </a:cubicBezTo>
                <a:cubicBezTo>
                  <a:pt x="22238" y="9295"/>
                  <a:pt x="20650" y="11200"/>
                  <a:pt x="20174" y="11517"/>
                </a:cubicBezTo>
                <a:cubicBezTo>
                  <a:pt x="19698" y="11835"/>
                  <a:pt x="14935" y="13740"/>
                  <a:pt x="15412" y="13899"/>
                </a:cubicBezTo>
                <a:cubicBezTo>
                  <a:pt x="15888" y="14057"/>
                  <a:pt x="26366" y="14057"/>
                  <a:pt x="27318" y="13899"/>
                </a:cubicBezTo>
                <a:cubicBezTo>
                  <a:pt x="28270" y="13740"/>
                  <a:pt x="29223" y="11835"/>
                  <a:pt x="29699" y="11517"/>
                </a:cubicBezTo>
                <a:cubicBezTo>
                  <a:pt x="30175" y="11200"/>
                  <a:pt x="33191" y="9454"/>
                  <a:pt x="34462" y="9136"/>
                </a:cubicBezTo>
                <a:cubicBezTo>
                  <a:pt x="35732" y="8818"/>
                  <a:pt x="46209" y="6914"/>
                  <a:pt x="48749" y="6755"/>
                </a:cubicBezTo>
                <a:cubicBezTo>
                  <a:pt x="51289" y="6595"/>
                  <a:pt x="70816" y="6913"/>
                  <a:pt x="72562" y="6755"/>
                </a:cubicBezTo>
                <a:cubicBezTo>
                  <a:pt x="74307" y="6596"/>
                  <a:pt x="73037" y="4533"/>
                  <a:pt x="74942" y="4374"/>
                </a:cubicBezTo>
                <a:cubicBezTo>
                  <a:pt x="76847" y="4215"/>
                  <a:pt x="99231" y="4533"/>
                  <a:pt x="101136" y="4374"/>
                </a:cubicBezTo>
                <a:cubicBezTo>
                  <a:pt x="103042" y="4215"/>
                  <a:pt x="96850" y="2310"/>
                  <a:pt x="103518" y="1993"/>
                </a:cubicBezTo>
                <a:cubicBezTo>
                  <a:pt x="110185" y="1675"/>
                  <a:pt x="190354" y="-388"/>
                  <a:pt x="201149" y="-388"/>
                </a:cubicBezTo>
                <a:cubicBezTo>
                  <a:pt x="211944" y="-388"/>
                  <a:pt x="261314" y="1516"/>
                  <a:pt x="265442" y="1993"/>
                </a:cubicBezTo>
                <a:cubicBezTo>
                  <a:pt x="269570" y="2469"/>
                  <a:pt x="263379" y="6278"/>
                  <a:pt x="263062" y="6755"/>
                </a:cubicBezTo>
                <a:cubicBezTo>
                  <a:pt x="262744" y="7231"/>
                  <a:pt x="261315" y="8818"/>
                  <a:pt x="260680" y="9136"/>
                </a:cubicBezTo>
                <a:cubicBezTo>
                  <a:pt x="260045" y="9454"/>
                  <a:pt x="254172" y="11359"/>
                  <a:pt x="253536" y="11517"/>
                </a:cubicBezTo>
                <a:cubicBezTo>
                  <a:pt x="252901" y="11676"/>
                  <a:pt x="251473" y="11359"/>
                  <a:pt x="251155" y="11517"/>
                </a:cubicBezTo>
                <a:cubicBezTo>
                  <a:pt x="250837" y="11676"/>
                  <a:pt x="249726" y="13581"/>
                  <a:pt x="248774" y="13899"/>
                </a:cubicBezTo>
                <a:cubicBezTo>
                  <a:pt x="247822" y="14216"/>
                  <a:pt x="238455" y="15963"/>
                  <a:pt x="236868" y="16280"/>
                </a:cubicBezTo>
                <a:cubicBezTo>
                  <a:pt x="235280" y="16597"/>
                  <a:pt x="227342" y="18344"/>
                  <a:pt x="224962" y="18661"/>
                </a:cubicBezTo>
                <a:cubicBezTo>
                  <a:pt x="222580" y="18979"/>
                  <a:pt x="214326" y="20884"/>
                  <a:pt x="201149" y="21043"/>
                </a:cubicBezTo>
                <a:cubicBezTo>
                  <a:pt x="187972" y="21201"/>
                  <a:pt x="38748" y="21201"/>
                  <a:pt x="27318" y="21043"/>
                </a:cubicBezTo>
                <a:cubicBezTo>
                  <a:pt x="15888" y="20884"/>
                  <a:pt x="29064" y="18820"/>
                  <a:pt x="29699" y="18661"/>
                </a:cubicBezTo>
                <a:cubicBezTo>
                  <a:pt x="30334" y="18503"/>
                  <a:pt x="36206" y="18820"/>
                  <a:pt x="36842" y="18661"/>
                </a:cubicBezTo>
                <a:cubicBezTo>
                  <a:pt x="37478" y="18503"/>
                  <a:pt x="37795" y="16439"/>
                  <a:pt x="39224" y="16280"/>
                </a:cubicBezTo>
                <a:cubicBezTo>
                  <a:pt x="40653" y="16121"/>
                  <a:pt x="56846" y="16439"/>
                  <a:pt x="58274" y="16280"/>
                </a:cubicBezTo>
                <a:cubicBezTo>
                  <a:pt x="59702" y="16121"/>
                  <a:pt x="58750" y="14057"/>
                  <a:pt x="60655" y="13899"/>
                </a:cubicBezTo>
                <a:cubicBezTo>
                  <a:pt x="62560" y="13740"/>
                  <a:pt x="84944" y="14057"/>
                  <a:pt x="86849" y="13899"/>
                </a:cubicBezTo>
                <a:cubicBezTo>
                  <a:pt x="88754" y="13740"/>
                  <a:pt x="77324" y="11517"/>
                  <a:pt x="89230" y="11517"/>
                </a:cubicBezTo>
                <a:cubicBezTo>
                  <a:pt x="101136" y="11517"/>
                  <a:pt x="256393" y="13740"/>
                  <a:pt x="265442" y="13899"/>
                </a:cubicBezTo>
                <a:cubicBezTo>
                  <a:pt x="274491" y="14057"/>
                  <a:pt x="227819" y="13740"/>
                  <a:pt x="224962" y="13899"/>
                </a:cubicBezTo>
                <a:cubicBezTo>
                  <a:pt x="222104" y="14057"/>
                  <a:pt x="233217" y="16121"/>
                  <a:pt x="222580" y="16280"/>
                </a:cubicBezTo>
                <a:cubicBezTo>
                  <a:pt x="211944" y="16439"/>
                  <a:pt x="75896" y="16280"/>
                  <a:pt x="65418" y="16280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0" name="TextBox 16"/>
          <p:cNvSpPr txBox="1"/>
          <p:nvPr/>
        </p:nvSpPr>
        <p:spPr>
          <a:xfrm>
            <a:off x="10896600" y="3622185"/>
            <a:ext cx="6096000" cy="41216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기어를 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단으로 변속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RPM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증가 후 하락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현재속도 하락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marL="777243" lvl="1" indent="-388622" algn="l" defTabSz="914400" rtl="0" eaLnBrk="1" latinLnBrk="0" hangingPunct="1">
              <a:lnSpc>
                <a:spcPts val="65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53" name=""/>
          <p:cNvSpPr/>
          <p:nvPr/>
        </p:nvSpPr>
        <p:spPr>
          <a:xfrm>
            <a:off x="5438841" y="6701432"/>
            <a:ext cx="110632" cy="172167"/>
          </a:xfrm>
          <a:custGeom>
            <a:avLst/>
            <a:gdLst>
              <a:gd name="connsiteX0" fmla="*/ 28508 w 110632"/>
              <a:gd name="connsiteY0" fmla="*/ -388 h 172167"/>
              <a:gd name="connsiteX1" fmla="*/ 49940 w 110632"/>
              <a:gd name="connsiteY1" fmla="*/ -388 h 172167"/>
              <a:gd name="connsiteX2" fmla="*/ 52321 w 110632"/>
              <a:gd name="connsiteY2" fmla="*/ 1993 h 172167"/>
              <a:gd name="connsiteX3" fmla="*/ 107090 w 110632"/>
              <a:gd name="connsiteY3" fmla="*/ 4374 h 172167"/>
              <a:gd name="connsiteX4" fmla="*/ 109471 w 110632"/>
              <a:gd name="connsiteY4" fmla="*/ 9136 h 172167"/>
              <a:gd name="connsiteX5" fmla="*/ 107090 w 110632"/>
              <a:gd name="connsiteY5" fmla="*/ 54380 h 172167"/>
              <a:gd name="connsiteX6" fmla="*/ 104708 w 110632"/>
              <a:gd name="connsiteY6" fmla="*/ 56761 h 172167"/>
              <a:gd name="connsiteX7" fmla="*/ 102327 w 110632"/>
              <a:gd name="connsiteY7" fmla="*/ 63905 h 172167"/>
              <a:gd name="connsiteX8" fmla="*/ 102327 w 110632"/>
              <a:gd name="connsiteY8" fmla="*/ 68667 h 172167"/>
              <a:gd name="connsiteX9" fmla="*/ 99946 w 110632"/>
              <a:gd name="connsiteY9" fmla="*/ 71049 h 172167"/>
              <a:gd name="connsiteX10" fmla="*/ 97565 w 110632"/>
              <a:gd name="connsiteY10" fmla="*/ 73430 h 172167"/>
              <a:gd name="connsiteX11" fmla="*/ 95183 w 110632"/>
              <a:gd name="connsiteY11" fmla="*/ 75811 h 172167"/>
              <a:gd name="connsiteX12" fmla="*/ 92802 w 110632"/>
              <a:gd name="connsiteY12" fmla="*/ 80574 h 172167"/>
              <a:gd name="connsiteX13" fmla="*/ 90421 w 110632"/>
              <a:gd name="connsiteY13" fmla="*/ 82955 h 172167"/>
              <a:gd name="connsiteX14" fmla="*/ 88040 w 110632"/>
              <a:gd name="connsiteY14" fmla="*/ 85336 h 172167"/>
              <a:gd name="connsiteX15" fmla="*/ 49940 w 110632"/>
              <a:gd name="connsiteY15" fmla="*/ 82955 h 172167"/>
              <a:gd name="connsiteX16" fmla="*/ 23746 w 110632"/>
              <a:gd name="connsiteY16" fmla="*/ 80574 h 172167"/>
              <a:gd name="connsiteX17" fmla="*/ 16602 w 110632"/>
              <a:gd name="connsiteY17" fmla="*/ 78193 h 172167"/>
              <a:gd name="connsiteX18" fmla="*/ 102327 w 110632"/>
              <a:gd name="connsiteY18" fmla="*/ 80574 h 172167"/>
              <a:gd name="connsiteX19" fmla="*/ 102327 w 110632"/>
              <a:gd name="connsiteY19" fmla="*/ 87717 h 172167"/>
              <a:gd name="connsiteX20" fmla="*/ 99946 w 110632"/>
              <a:gd name="connsiteY20" fmla="*/ 90099 h 172167"/>
              <a:gd name="connsiteX21" fmla="*/ 97565 w 110632"/>
              <a:gd name="connsiteY21" fmla="*/ 94861 h 172167"/>
              <a:gd name="connsiteX22" fmla="*/ 95183 w 110632"/>
              <a:gd name="connsiteY22" fmla="*/ 97243 h 172167"/>
              <a:gd name="connsiteX23" fmla="*/ 92802 w 110632"/>
              <a:gd name="connsiteY23" fmla="*/ 109149 h 172167"/>
              <a:gd name="connsiteX24" fmla="*/ 90421 w 110632"/>
              <a:gd name="connsiteY24" fmla="*/ 140105 h 172167"/>
              <a:gd name="connsiteX25" fmla="*/ 88040 w 110632"/>
              <a:gd name="connsiteY25" fmla="*/ 149630 h 172167"/>
              <a:gd name="connsiteX26" fmla="*/ 85658 w 110632"/>
              <a:gd name="connsiteY26" fmla="*/ 171061 h 172167"/>
              <a:gd name="connsiteX27" fmla="*/ 78515 w 110632"/>
              <a:gd name="connsiteY27" fmla="*/ 168680 h 172167"/>
              <a:gd name="connsiteX28" fmla="*/ 68990 w 110632"/>
              <a:gd name="connsiteY28" fmla="*/ 166299 h 172167"/>
              <a:gd name="connsiteX29" fmla="*/ 14221 w 110632"/>
              <a:gd name="connsiteY29" fmla="*/ 166299 h 17216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0632" h="172167">
                <a:moveTo>
                  <a:pt x="28508" y="-388"/>
                </a:moveTo>
                <a:cubicBezTo>
                  <a:pt x="29937" y="-388"/>
                  <a:pt x="48352" y="-547"/>
                  <a:pt x="49940" y="-388"/>
                </a:cubicBezTo>
                <a:cubicBezTo>
                  <a:pt x="51527" y="-230"/>
                  <a:pt x="48511" y="1675"/>
                  <a:pt x="52321" y="1993"/>
                </a:cubicBezTo>
                <a:cubicBezTo>
                  <a:pt x="56130" y="2310"/>
                  <a:pt x="103280" y="3897"/>
                  <a:pt x="107090" y="4374"/>
                </a:cubicBezTo>
                <a:cubicBezTo>
                  <a:pt x="110899" y="4851"/>
                  <a:pt x="109471" y="5802"/>
                  <a:pt x="109471" y="9136"/>
                </a:cubicBezTo>
                <a:cubicBezTo>
                  <a:pt x="109471" y="12470"/>
                  <a:pt x="107407" y="51205"/>
                  <a:pt x="107090" y="54380"/>
                </a:cubicBezTo>
                <a:cubicBezTo>
                  <a:pt x="106772" y="57555"/>
                  <a:pt x="105026" y="56127"/>
                  <a:pt x="104708" y="56761"/>
                </a:cubicBezTo>
                <a:cubicBezTo>
                  <a:pt x="104391" y="57396"/>
                  <a:pt x="102486" y="63111"/>
                  <a:pt x="102327" y="63905"/>
                </a:cubicBezTo>
                <a:cubicBezTo>
                  <a:pt x="102168" y="64698"/>
                  <a:pt x="102486" y="68191"/>
                  <a:pt x="102327" y="68667"/>
                </a:cubicBezTo>
                <a:cubicBezTo>
                  <a:pt x="102168" y="69143"/>
                  <a:pt x="100263" y="70731"/>
                  <a:pt x="99946" y="71049"/>
                </a:cubicBezTo>
                <a:cubicBezTo>
                  <a:pt x="99628" y="71366"/>
                  <a:pt x="97883" y="73113"/>
                  <a:pt x="97565" y="73430"/>
                </a:cubicBezTo>
                <a:cubicBezTo>
                  <a:pt x="97248" y="73747"/>
                  <a:pt x="95501" y="75335"/>
                  <a:pt x="95183" y="75811"/>
                </a:cubicBezTo>
                <a:cubicBezTo>
                  <a:pt x="94866" y="76288"/>
                  <a:pt x="93119" y="80097"/>
                  <a:pt x="92802" y="80574"/>
                </a:cubicBezTo>
                <a:cubicBezTo>
                  <a:pt x="92484" y="81051"/>
                  <a:pt x="90738" y="82637"/>
                  <a:pt x="90421" y="82955"/>
                </a:cubicBezTo>
                <a:cubicBezTo>
                  <a:pt x="90103" y="83272"/>
                  <a:pt x="90738" y="85336"/>
                  <a:pt x="88040" y="85336"/>
                </a:cubicBezTo>
                <a:cubicBezTo>
                  <a:pt x="85341" y="85336"/>
                  <a:pt x="54226" y="83272"/>
                  <a:pt x="49940" y="82955"/>
                </a:cubicBezTo>
                <a:cubicBezTo>
                  <a:pt x="45653" y="82637"/>
                  <a:pt x="25968" y="80892"/>
                  <a:pt x="23746" y="80574"/>
                </a:cubicBezTo>
                <a:cubicBezTo>
                  <a:pt x="21523" y="80256"/>
                  <a:pt x="11363" y="78193"/>
                  <a:pt x="16602" y="78193"/>
                </a:cubicBezTo>
                <a:cubicBezTo>
                  <a:pt x="21840" y="78193"/>
                  <a:pt x="96612" y="79939"/>
                  <a:pt x="102327" y="80574"/>
                </a:cubicBezTo>
                <a:cubicBezTo>
                  <a:pt x="108042" y="81209"/>
                  <a:pt x="102486" y="87083"/>
                  <a:pt x="102327" y="87717"/>
                </a:cubicBezTo>
                <a:cubicBezTo>
                  <a:pt x="102168" y="88352"/>
                  <a:pt x="100263" y="89623"/>
                  <a:pt x="99946" y="90099"/>
                </a:cubicBezTo>
                <a:cubicBezTo>
                  <a:pt x="99628" y="90575"/>
                  <a:pt x="97883" y="94385"/>
                  <a:pt x="97565" y="94861"/>
                </a:cubicBezTo>
                <a:cubicBezTo>
                  <a:pt x="97248" y="95337"/>
                  <a:pt x="95501" y="96290"/>
                  <a:pt x="95183" y="97243"/>
                </a:cubicBezTo>
                <a:cubicBezTo>
                  <a:pt x="94866" y="98195"/>
                  <a:pt x="93119" y="106291"/>
                  <a:pt x="92802" y="109149"/>
                </a:cubicBezTo>
                <a:cubicBezTo>
                  <a:pt x="92484" y="112006"/>
                  <a:pt x="90738" y="137406"/>
                  <a:pt x="90421" y="140105"/>
                </a:cubicBezTo>
                <a:cubicBezTo>
                  <a:pt x="90103" y="142803"/>
                  <a:pt x="88357" y="147566"/>
                  <a:pt x="88040" y="149630"/>
                </a:cubicBezTo>
                <a:cubicBezTo>
                  <a:pt x="87722" y="151694"/>
                  <a:pt x="86293" y="169791"/>
                  <a:pt x="85658" y="171061"/>
                </a:cubicBezTo>
                <a:cubicBezTo>
                  <a:pt x="85023" y="172331"/>
                  <a:pt x="79627" y="168997"/>
                  <a:pt x="78515" y="168680"/>
                </a:cubicBezTo>
                <a:cubicBezTo>
                  <a:pt x="77404" y="168363"/>
                  <a:pt x="73276" y="166457"/>
                  <a:pt x="68990" y="166299"/>
                </a:cubicBezTo>
                <a:cubicBezTo>
                  <a:pt x="64703" y="166140"/>
                  <a:pt x="17872" y="166299"/>
                  <a:pt x="14221" y="166299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7" name=""/>
          <p:cNvSpPr/>
          <p:nvPr/>
        </p:nvSpPr>
        <p:spPr>
          <a:xfrm>
            <a:off x="7080128" y="7997066"/>
            <a:ext cx="151523" cy="120020"/>
          </a:xfrm>
          <a:custGeom>
            <a:avLst/>
            <a:gdLst>
              <a:gd name="connsiteX0" fmla="*/ 79496 w 151523"/>
              <a:gd name="connsiteY0" fmla="*/ 39858 h 120020"/>
              <a:gd name="connsiteX1" fmla="*/ 55683 w 151523"/>
              <a:gd name="connsiteY1" fmla="*/ 79546 h 120020"/>
              <a:gd name="connsiteX2" fmla="*/ 47746 w 151523"/>
              <a:gd name="connsiteY2" fmla="*/ 87483 h 120020"/>
              <a:gd name="connsiteX3" fmla="*/ 55683 w 151523"/>
              <a:gd name="connsiteY3" fmla="*/ 111296 h 120020"/>
              <a:gd name="connsiteX4" fmla="*/ 63621 w 151523"/>
              <a:gd name="connsiteY4" fmla="*/ 119234 h 120020"/>
              <a:gd name="connsiteX5" fmla="*/ 95371 w 151523"/>
              <a:gd name="connsiteY5" fmla="*/ 119234 h 120020"/>
              <a:gd name="connsiteX6" fmla="*/ 103309 w 151523"/>
              <a:gd name="connsiteY6" fmla="*/ 111296 h 120020"/>
              <a:gd name="connsiteX7" fmla="*/ 111246 w 151523"/>
              <a:gd name="connsiteY7" fmla="*/ 103358 h 120020"/>
              <a:gd name="connsiteX8" fmla="*/ 119183 w 151523"/>
              <a:gd name="connsiteY8" fmla="*/ 95421 h 120020"/>
              <a:gd name="connsiteX9" fmla="*/ 111246 w 151523"/>
              <a:gd name="connsiteY9" fmla="*/ 47796 h 120020"/>
              <a:gd name="connsiteX10" fmla="*/ 103309 w 151523"/>
              <a:gd name="connsiteY10" fmla="*/ 39858 h 120020"/>
              <a:gd name="connsiteX11" fmla="*/ 95371 w 151523"/>
              <a:gd name="connsiteY11" fmla="*/ 31921 h 120020"/>
              <a:gd name="connsiteX12" fmla="*/ 71559 w 151523"/>
              <a:gd name="connsiteY12" fmla="*/ 39858 h 120020"/>
              <a:gd name="connsiteX13" fmla="*/ 79496 w 151523"/>
              <a:gd name="connsiteY13" fmla="*/ 55734 h 120020"/>
              <a:gd name="connsiteX14" fmla="*/ 87433 w 151523"/>
              <a:gd name="connsiteY14" fmla="*/ 71608 h 120020"/>
              <a:gd name="connsiteX15" fmla="*/ 127121 w 151523"/>
              <a:gd name="connsiteY15" fmla="*/ 47796 h 120020"/>
              <a:gd name="connsiteX16" fmla="*/ 119183 w 151523"/>
              <a:gd name="connsiteY16" fmla="*/ 23984 h 120020"/>
              <a:gd name="connsiteX17" fmla="*/ 111246 w 151523"/>
              <a:gd name="connsiteY17" fmla="*/ 16046 h 120020"/>
              <a:gd name="connsiteX18" fmla="*/ 71559 w 151523"/>
              <a:gd name="connsiteY18" fmla="*/ 23984 h 120020"/>
              <a:gd name="connsiteX19" fmla="*/ 79496 w 151523"/>
              <a:gd name="connsiteY19" fmla="*/ 47796 h 120020"/>
              <a:gd name="connsiteX20" fmla="*/ 87433 w 151523"/>
              <a:gd name="connsiteY20" fmla="*/ 63671 h 120020"/>
              <a:gd name="connsiteX21" fmla="*/ 95371 w 151523"/>
              <a:gd name="connsiteY21" fmla="*/ 71608 h 120020"/>
              <a:gd name="connsiteX22" fmla="*/ 119183 w 151523"/>
              <a:gd name="connsiteY22" fmla="*/ 63671 h 120020"/>
              <a:gd name="connsiteX23" fmla="*/ 111246 w 151523"/>
              <a:gd name="connsiteY23" fmla="*/ 39858 h 120020"/>
              <a:gd name="connsiteX24" fmla="*/ 103309 w 151523"/>
              <a:gd name="connsiteY24" fmla="*/ 31921 h 120020"/>
              <a:gd name="connsiteX25" fmla="*/ 95371 w 151523"/>
              <a:gd name="connsiteY25" fmla="*/ 23984 h 120020"/>
              <a:gd name="connsiteX26" fmla="*/ 15996 w 151523"/>
              <a:gd name="connsiteY26" fmla="*/ 31921 h 120020"/>
              <a:gd name="connsiteX27" fmla="*/ 121 w 151523"/>
              <a:gd name="connsiteY27" fmla="*/ 39858 h 120020"/>
              <a:gd name="connsiteX28" fmla="*/ 8059 w 151523"/>
              <a:gd name="connsiteY28" fmla="*/ 55734 h 120020"/>
              <a:gd name="connsiteX29" fmla="*/ 15996 w 151523"/>
              <a:gd name="connsiteY29" fmla="*/ 63671 h 120020"/>
              <a:gd name="connsiteX30" fmla="*/ 79496 w 151523"/>
              <a:gd name="connsiteY30" fmla="*/ 55734 h 120020"/>
              <a:gd name="connsiteX31" fmla="*/ 87433 w 151523"/>
              <a:gd name="connsiteY31" fmla="*/ 47796 h 120020"/>
              <a:gd name="connsiteX32" fmla="*/ 87433 w 151523"/>
              <a:gd name="connsiteY32" fmla="*/ 16046 h 120020"/>
              <a:gd name="connsiteX33" fmla="*/ 71559 w 151523"/>
              <a:gd name="connsiteY33" fmla="*/ 8108 h 120020"/>
              <a:gd name="connsiteX34" fmla="*/ 63621 w 151523"/>
              <a:gd name="connsiteY34" fmla="*/ 171 h 120020"/>
              <a:gd name="connsiteX35" fmla="*/ 47746 w 151523"/>
              <a:gd name="connsiteY35" fmla="*/ 8108 h 120020"/>
              <a:gd name="connsiteX36" fmla="*/ 47746 w 151523"/>
              <a:gd name="connsiteY36" fmla="*/ 63671 h 120020"/>
              <a:gd name="connsiteX37" fmla="*/ 55683 w 151523"/>
              <a:gd name="connsiteY37" fmla="*/ 71608 h 120020"/>
              <a:gd name="connsiteX38" fmla="*/ 63621 w 151523"/>
              <a:gd name="connsiteY38" fmla="*/ 79546 h 120020"/>
              <a:gd name="connsiteX39" fmla="*/ 79496 w 151523"/>
              <a:gd name="connsiteY39" fmla="*/ 87483 h 120020"/>
              <a:gd name="connsiteX40" fmla="*/ 87433 w 151523"/>
              <a:gd name="connsiteY40" fmla="*/ 95421 h 120020"/>
              <a:gd name="connsiteX41" fmla="*/ 127121 w 151523"/>
              <a:gd name="connsiteY41" fmla="*/ 87483 h 120020"/>
              <a:gd name="connsiteX42" fmla="*/ 127121 w 151523"/>
              <a:gd name="connsiteY42" fmla="*/ 39858 h 120020"/>
              <a:gd name="connsiteX43" fmla="*/ 119183 w 151523"/>
              <a:gd name="connsiteY43" fmla="*/ 31921 h 120020"/>
              <a:gd name="connsiteX44" fmla="*/ 111246 w 151523"/>
              <a:gd name="connsiteY44" fmla="*/ 23984 h 120020"/>
              <a:gd name="connsiteX45" fmla="*/ 87433 w 151523"/>
              <a:gd name="connsiteY45" fmla="*/ 31921 h 120020"/>
              <a:gd name="connsiteX46" fmla="*/ 71559 w 151523"/>
              <a:gd name="connsiteY46" fmla="*/ 39858 h 120020"/>
              <a:gd name="connsiteX47" fmla="*/ 63621 w 151523"/>
              <a:gd name="connsiteY47" fmla="*/ 47796 h 120020"/>
              <a:gd name="connsiteX48" fmla="*/ 71559 w 151523"/>
              <a:gd name="connsiteY48" fmla="*/ 87483 h 120020"/>
              <a:gd name="connsiteX49" fmla="*/ 79496 w 151523"/>
              <a:gd name="connsiteY49" fmla="*/ 95421 h 120020"/>
              <a:gd name="connsiteX50" fmla="*/ 135058 w 151523"/>
              <a:gd name="connsiteY50" fmla="*/ 87483 h 120020"/>
              <a:gd name="connsiteX51" fmla="*/ 142996 w 151523"/>
              <a:gd name="connsiteY51" fmla="*/ 79546 h 120020"/>
              <a:gd name="connsiteX52" fmla="*/ 135058 w 151523"/>
              <a:gd name="connsiteY52" fmla="*/ 47796 h 120020"/>
              <a:gd name="connsiteX53" fmla="*/ 127121 w 151523"/>
              <a:gd name="connsiteY53" fmla="*/ 39858 h 120020"/>
              <a:gd name="connsiteX54" fmla="*/ 119183 w 151523"/>
              <a:gd name="connsiteY54" fmla="*/ 31921 h 120020"/>
              <a:gd name="connsiteX55" fmla="*/ 111246 w 151523"/>
              <a:gd name="connsiteY55" fmla="*/ 23984 h 120020"/>
              <a:gd name="connsiteX56" fmla="*/ 95371 w 151523"/>
              <a:gd name="connsiteY56" fmla="*/ 16046 h 120020"/>
              <a:gd name="connsiteX57" fmla="*/ 71559 w 151523"/>
              <a:gd name="connsiteY57" fmla="*/ 23984 h 120020"/>
              <a:gd name="connsiteX58" fmla="*/ 79496 w 151523"/>
              <a:gd name="connsiteY58" fmla="*/ 63671 h 120020"/>
              <a:gd name="connsiteX59" fmla="*/ 87433 w 151523"/>
              <a:gd name="connsiteY59" fmla="*/ 71608 h 120020"/>
              <a:gd name="connsiteX60" fmla="*/ 95371 w 151523"/>
              <a:gd name="connsiteY60" fmla="*/ 79546 h 120020"/>
              <a:gd name="connsiteX61" fmla="*/ 127121 w 151523"/>
              <a:gd name="connsiteY61" fmla="*/ 71608 h 120020"/>
              <a:gd name="connsiteX62" fmla="*/ 135058 w 151523"/>
              <a:gd name="connsiteY62" fmla="*/ 63671 h 120020"/>
              <a:gd name="connsiteX63" fmla="*/ 127121 w 151523"/>
              <a:gd name="connsiteY63" fmla="*/ 16046 h 120020"/>
              <a:gd name="connsiteX64" fmla="*/ 119183 w 151523"/>
              <a:gd name="connsiteY64" fmla="*/ 8108 h 120020"/>
              <a:gd name="connsiteX65" fmla="*/ 63621 w 151523"/>
              <a:gd name="connsiteY65" fmla="*/ 16046 h 120020"/>
              <a:gd name="connsiteX66" fmla="*/ 55683 w 151523"/>
              <a:gd name="connsiteY66" fmla="*/ 23984 h 120020"/>
              <a:gd name="connsiteX67" fmla="*/ 47746 w 151523"/>
              <a:gd name="connsiteY67" fmla="*/ 39858 h 120020"/>
              <a:gd name="connsiteX68" fmla="*/ 55683 w 151523"/>
              <a:gd name="connsiteY68" fmla="*/ 71608 h 120020"/>
              <a:gd name="connsiteX69" fmla="*/ 142996 w 151523"/>
              <a:gd name="connsiteY69" fmla="*/ 63671 h 120020"/>
              <a:gd name="connsiteX70" fmla="*/ 150933 w 151523"/>
              <a:gd name="connsiteY70" fmla="*/ 55734 h 120020"/>
              <a:gd name="connsiteX71" fmla="*/ 142996 w 151523"/>
              <a:gd name="connsiteY71" fmla="*/ 39858 h 12002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51523" h="120020">
                <a:moveTo>
                  <a:pt x="79496" y="39858"/>
                </a:moveTo>
                <a:cubicBezTo>
                  <a:pt x="77909" y="42504"/>
                  <a:pt x="57799" y="76371"/>
                  <a:pt x="55683" y="79546"/>
                </a:cubicBezTo>
                <a:cubicBezTo>
                  <a:pt x="53567" y="82721"/>
                  <a:pt x="47746" y="85366"/>
                  <a:pt x="47746" y="87483"/>
                </a:cubicBezTo>
                <a:cubicBezTo>
                  <a:pt x="47746" y="89600"/>
                  <a:pt x="54625" y="109179"/>
                  <a:pt x="55683" y="111296"/>
                </a:cubicBezTo>
                <a:cubicBezTo>
                  <a:pt x="56741" y="113412"/>
                  <a:pt x="60975" y="118704"/>
                  <a:pt x="63621" y="119234"/>
                </a:cubicBezTo>
                <a:cubicBezTo>
                  <a:pt x="66267" y="119762"/>
                  <a:pt x="92725" y="119762"/>
                  <a:pt x="95371" y="119234"/>
                </a:cubicBezTo>
                <a:cubicBezTo>
                  <a:pt x="98017" y="118704"/>
                  <a:pt x="102251" y="112354"/>
                  <a:pt x="103309" y="111296"/>
                </a:cubicBezTo>
                <a:cubicBezTo>
                  <a:pt x="104367" y="110237"/>
                  <a:pt x="110187" y="104417"/>
                  <a:pt x="111246" y="103358"/>
                </a:cubicBezTo>
                <a:cubicBezTo>
                  <a:pt x="112305" y="102300"/>
                  <a:pt x="119183" y="99125"/>
                  <a:pt x="119183" y="95421"/>
                </a:cubicBezTo>
                <a:cubicBezTo>
                  <a:pt x="119183" y="91717"/>
                  <a:pt x="112304" y="51500"/>
                  <a:pt x="111246" y="47796"/>
                </a:cubicBezTo>
                <a:cubicBezTo>
                  <a:pt x="110188" y="44092"/>
                  <a:pt x="104367" y="40917"/>
                  <a:pt x="103309" y="39858"/>
                </a:cubicBezTo>
                <a:cubicBezTo>
                  <a:pt x="102251" y="38800"/>
                  <a:pt x="97488" y="31921"/>
                  <a:pt x="95371" y="31921"/>
                </a:cubicBezTo>
                <a:cubicBezTo>
                  <a:pt x="93255" y="31921"/>
                  <a:pt x="72617" y="38270"/>
                  <a:pt x="71559" y="39858"/>
                </a:cubicBezTo>
                <a:cubicBezTo>
                  <a:pt x="70500" y="41446"/>
                  <a:pt x="78437" y="53617"/>
                  <a:pt x="79496" y="55734"/>
                </a:cubicBezTo>
                <a:cubicBezTo>
                  <a:pt x="80555" y="57850"/>
                  <a:pt x="84258" y="72138"/>
                  <a:pt x="87433" y="71608"/>
                </a:cubicBezTo>
                <a:cubicBezTo>
                  <a:pt x="90609" y="71080"/>
                  <a:pt x="125005" y="50972"/>
                  <a:pt x="127121" y="47796"/>
                </a:cubicBezTo>
                <a:cubicBezTo>
                  <a:pt x="129237" y="44621"/>
                  <a:pt x="120242" y="26100"/>
                  <a:pt x="119183" y="23984"/>
                </a:cubicBezTo>
                <a:cubicBezTo>
                  <a:pt x="118125" y="21867"/>
                  <a:pt x="114421" y="16046"/>
                  <a:pt x="111246" y="16046"/>
                </a:cubicBezTo>
                <a:cubicBezTo>
                  <a:pt x="108071" y="16046"/>
                  <a:pt x="73675" y="21867"/>
                  <a:pt x="71559" y="23984"/>
                </a:cubicBezTo>
                <a:cubicBezTo>
                  <a:pt x="69442" y="26100"/>
                  <a:pt x="78437" y="45150"/>
                  <a:pt x="79496" y="47796"/>
                </a:cubicBezTo>
                <a:cubicBezTo>
                  <a:pt x="80555" y="50442"/>
                  <a:pt x="86375" y="62083"/>
                  <a:pt x="87433" y="63671"/>
                </a:cubicBezTo>
                <a:cubicBezTo>
                  <a:pt x="88492" y="65258"/>
                  <a:pt x="93255" y="71608"/>
                  <a:pt x="95371" y="71608"/>
                </a:cubicBezTo>
                <a:cubicBezTo>
                  <a:pt x="97488" y="71608"/>
                  <a:pt x="118125" y="65788"/>
                  <a:pt x="119183" y="63671"/>
                </a:cubicBezTo>
                <a:cubicBezTo>
                  <a:pt x="120241" y="61554"/>
                  <a:pt x="112304" y="41975"/>
                  <a:pt x="111246" y="39858"/>
                </a:cubicBezTo>
                <a:cubicBezTo>
                  <a:pt x="110188" y="37742"/>
                  <a:pt x="104367" y="32980"/>
                  <a:pt x="103309" y="31921"/>
                </a:cubicBezTo>
                <a:cubicBezTo>
                  <a:pt x="102251" y="30862"/>
                  <a:pt x="101192" y="23984"/>
                  <a:pt x="95371" y="23984"/>
                </a:cubicBezTo>
                <a:cubicBezTo>
                  <a:pt x="89551" y="23984"/>
                  <a:pt x="22346" y="30862"/>
                  <a:pt x="15996" y="31921"/>
                </a:cubicBezTo>
                <a:cubicBezTo>
                  <a:pt x="9645" y="32980"/>
                  <a:pt x="651" y="38270"/>
                  <a:pt x="121" y="39858"/>
                </a:cubicBezTo>
                <a:cubicBezTo>
                  <a:pt x="-408" y="41446"/>
                  <a:pt x="7000" y="54146"/>
                  <a:pt x="8059" y="55734"/>
                </a:cubicBezTo>
                <a:cubicBezTo>
                  <a:pt x="9117" y="57320"/>
                  <a:pt x="11233" y="63671"/>
                  <a:pt x="15996" y="63671"/>
                </a:cubicBezTo>
                <a:cubicBezTo>
                  <a:pt x="20758" y="63671"/>
                  <a:pt x="74733" y="56792"/>
                  <a:pt x="79496" y="55734"/>
                </a:cubicBezTo>
                <a:cubicBezTo>
                  <a:pt x="84259" y="54676"/>
                  <a:pt x="86903" y="50442"/>
                  <a:pt x="87433" y="47796"/>
                </a:cubicBezTo>
                <a:cubicBezTo>
                  <a:pt x="87963" y="45150"/>
                  <a:pt x="88492" y="18692"/>
                  <a:pt x="87433" y="16046"/>
                </a:cubicBezTo>
                <a:cubicBezTo>
                  <a:pt x="86375" y="13400"/>
                  <a:pt x="73146" y="9166"/>
                  <a:pt x="71559" y="8108"/>
                </a:cubicBezTo>
                <a:cubicBezTo>
                  <a:pt x="69971" y="7050"/>
                  <a:pt x="65208" y="171"/>
                  <a:pt x="63621" y="171"/>
                </a:cubicBezTo>
                <a:cubicBezTo>
                  <a:pt x="62033" y="171"/>
                  <a:pt x="48804" y="3876"/>
                  <a:pt x="47746" y="8108"/>
                </a:cubicBezTo>
                <a:cubicBezTo>
                  <a:pt x="46688" y="12341"/>
                  <a:pt x="47217" y="59437"/>
                  <a:pt x="47746" y="63671"/>
                </a:cubicBezTo>
                <a:cubicBezTo>
                  <a:pt x="48275" y="67904"/>
                  <a:pt x="54625" y="70550"/>
                  <a:pt x="55683" y="71608"/>
                </a:cubicBezTo>
                <a:cubicBezTo>
                  <a:pt x="56741" y="72667"/>
                  <a:pt x="62033" y="78488"/>
                  <a:pt x="63621" y="79546"/>
                </a:cubicBezTo>
                <a:cubicBezTo>
                  <a:pt x="65208" y="80604"/>
                  <a:pt x="77908" y="86425"/>
                  <a:pt x="79496" y="87483"/>
                </a:cubicBezTo>
                <a:cubicBezTo>
                  <a:pt x="81083" y="88541"/>
                  <a:pt x="84258" y="95421"/>
                  <a:pt x="87433" y="95421"/>
                </a:cubicBezTo>
                <a:cubicBezTo>
                  <a:pt x="90609" y="95421"/>
                  <a:pt x="124475" y="91187"/>
                  <a:pt x="127121" y="87483"/>
                </a:cubicBezTo>
                <a:cubicBezTo>
                  <a:pt x="129767" y="83780"/>
                  <a:pt x="127650" y="43562"/>
                  <a:pt x="127121" y="39858"/>
                </a:cubicBezTo>
                <a:cubicBezTo>
                  <a:pt x="126592" y="36154"/>
                  <a:pt x="120242" y="32980"/>
                  <a:pt x="119183" y="31921"/>
                </a:cubicBezTo>
                <a:cubicBezTo>
                  <a:pt x="118125" y="30862"/>
                  <a:pt x="113362" y="23984"/>
                  <a:pt x="111246" y="23984"/>
                </a:cubicBezTo>
                <a:cubicBezTo>
                  <a:pt x="109129" y="23984"/>
                  <a:pt x="90079" y="30862"/>
                  <a:pt x="87433" y="31921"/>
                </a:cubicBezTo>
                <a:cubicBezTo>
                  <a:pt x="84787" y="32980"/>
                  <a:pt x="73146" y="38800"/>
                  <a:pt x="71559" y="39858"/>
                </a:cubicBezTo>
                <a:cubicBezTo>
                  <a:pt x="69971" y="40917"/>
                  <a:pt x="63621" y="44621"/>
                  <a:pt x="63621" y="47796"/>
                </a:cubicBezTo>
                <a:cubicBezTo>
                  <a:pt x="63621" y="50971"/>
                  <a:pt x="70501" y="84308"/>
                  <a:pt x="71559" y="87483"/>
                </a:cubicBezTo>
                <a:cubicBezTo>
                  <a:pt x="72617" y="90658"/>
                  <a:pt x="75263" y="95421"/>
                  <a:pt x="79496" y="95421"/>
                </a:cubicBezTo>
                <a:cubicBezTo>
                  <a:pt x="83729" y="95421"/>
                  <a:pt x="130825" y="88541"/>
                  <a:pt x="135058" y="87483"/>
                </a:cubicBezTo>
                <a:cubicBezTo>
                  <a:pt x="139292" y="86425"/>
                  <a:pt x="142996" y="82192"/>
                  <a:pt x="142996" y="79546"/>
                </a:cubicBezTo>
                <a:cubicBezTo>
                  <a:pt x="142996" y="76900"/>
                  <a:pt x="136116" y="50442"/>
                  <a:pt x="135058" y="47796"/>
                </a:cubicBezTo>
                <a:cubicBezTo>
                  <a:pt x="134000" y="45150"/>
                  <a:pt x="128179" y="40917"/>
                  <a:pt x="127121" y="39858"/>
                </a:cubicBezTo>
                <a:cubicBezTo>
                  <a:pt x="126063" y="38800"/>
                  <a:pt x="120242" y="32980"/>
                  <a:pt x="119183" y="31921"/>
                </a:cubicBezTo>
                <a:cubicBezTo>
                  <a:pt x="118125" y="30862"/>
                  <a:pt x="112833" y="25042"/>
                  <a:pt x="111246" y="23984"/>
                </a:cubicBezTo>
                <a:cubicBezTo>
                  <a:pt x="109659" y="22926"/>
                  <a:pt x="98017" y="16046"/>
                  <a:pt x="95371" y="16046"/>
                </a:cubicBezTo>
                <a:cubicBezTo>
                  <a:pt x="92725" y="16046"/>
                  <a:pt x="72617" y="20809"/>
                  <a:pt x="71559" y="23984"/>
                </a:cubicBezTo>
                <a:cubicBezTo>
                  <a:pt x="70500" y="27158"/>
                  <a:pt x="78437" y="60495"/>
                  <a:pt x="79496" y="63671"/>
                </a:cubicBezTo>
                <a:cubicBezTo>
                  <a:pt x="80555" y="66846"/>
                  <a:pt x="86375" y="70550"/>
                  <a:pt x="87433" y="71608"/>
                </a:cubicBezTo>
                <a:cubicBezTo>
                  <a:pt x="88492" y="72667"/>
                  <a:pt x="92725" y="79546"/>
                  <a:pt x="95371" y="79546"/>
                </a:cubicBezTo>
                <a:cubicBezTo>
                  <a:pt x="98017" y="79546"/>
                  <a:pt x="124475" y="72667"/>
                  <a:pt x="127121" y="71608"/>
                </a:cubicBezTo>
                <a:cubicBezTo>
                  <a:pt x="129767" y="70550"/>
                  <a:pt x="135058" y="67375"/>
                  <a:pt x="135058" y="63671"/>
                </a:cubicBezTo>
                <a:cubicBezTo>
                  <a:pt x="135058" y="59966"/>
                  <a:pt x="128179" y="19750"/>
                  <a:pt x="127121" y="16046"/>
                </a:cubicBezTo>
                <a:cubicBezTo>
                  <a:pt x="126063" y="12342"/>
                  <a:pt x="123417" y="8108"/>
                  <a:pt x="119183" y="8108"/>
                </a:cubicBezTo>
                <a:cubicBezTo>
                  <a:pt x="114949" y="8108"/>
                  <a:pt x="67853" y="14988"/>
                  <a:pt x="63621" y="16046"/>
                </a:cubicBezTo>
                <a:cubicBezTo>
                  <a:pt x="59388" y="17104"/>
                  <a:pt x="56741" y="22396"/>
                  <a:pt x="55683" y="23984"/>
                </a:cubicBezTo>
                <a:cubicBezTo>
                  <a:pt x="54625" y="25571"/>
                  <a:pt x="47746" y="36683"/>
                  <a:pt x="47746" y="39858"/>
                </a:cubicBezTo>
                <a:cubicBezTo>
                  <a:pt x="47746" y="43034"/>
                  <a:pt x="49334" y="70022"/>
                  <a:pt x="55683" y="71608"/>
                </a:cubicBezTo>
                <a:cubicBezTo>
                  <a:pt x="62033" y="73196"/>
                  <a:pt x="136647" y="64730"/>
                  <a:pt x="142996" y="63671"/>
                </a:cubicBezTo>
                <a:cubicBezTo>
                  <a:pt x="149346" y="62612"/>
                  <a:pt x="150933" y="57320"/>
                  <a:pt x="150933" y="55734"/>
                </a:cubicBezTo>
                <a:cubicBezTo>
                  <a:pt x="150933" y="54146"/>
                  <a:pt x="143525" y="40916"/>
                  <a:pt x="142996" y="39858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f9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3000"/>
            </a:blip>
            <a:stretch>
              <a:fillRect/>
            </a:stretch>
          </a:blip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 rot="0">
            <a:off x="876300" y="730372"/>
            <a:ext cx="16535400" cy="8826256"/>
            <a:chOff x="0" y="0"/>
            <a:chExt cx="4355002" cy="23246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algn="ctr">
                <a:lnSpc>
                  <a:spcPts val="2520"/>
                </a:lnSpc>
                <a:defRPr/>
              </a:pPr>
              <a:endParaRPr lang="ko-KR" altLang="en-US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875196" y="3162300"/>
            <a:ext cx="4982804" cy="29792"/>
          </a:xfrm>
          <a:prstGeom prst="line">
            <a:avLst/>
          </a:prstGeom>
          <a:ln w="9525" cap="flat">
            <a:solidFill>
              <a:srgbClr val="7f90d4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2014804" y="1694012"/>
            <a:ext cx="2525890" cy="131588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</a:t>
            </a:r>
            <a:r>
              <a:rPr lang="en-US" altLang="ko-KR" sz="7399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5</a:t>
            </a:r>
            <a:endParaRPr lang="en-US" altLang="ko-KR" sz="7399">
              <a:solidFill>
                <a:srgbClr val="7f90d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411099" y="1694012"/>
            <a:ext cx="8091608" cy="131588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ko-KR" altLang="en-US" sz="739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설계도</a:t>
            </a:r>
            <a:endParaRPr lang="ko-KR" altLang="en-US" sz="7399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pic>
        <p:nvPicPr>
          <p:cNvPr id="1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144000" y="1022439"/>
            <a:ext cx="6530380" cy="82421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f9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3000"/>
            </a:blip>
            <a:stretch>
              <a:fillRect/>
            </a:stretch>
          </a:blip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 rot="0">
            <a:off x="876300" y="730372"/>
            <a:ext cx="16535400" cy="8826256"/>
            <a:chOff x="0" y="0"/>
            <a:chExt cx="4355002" cy="23246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algn="ctr">
                <a:lnSpc>
                  <a:spcPts val="2520"/>
                </a:lnSpc>
                <a:defRPr/>
              </a:pPr>
              <a:endParaRPr lang="ko-KR" altLang="en-US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875196" y="3162300"/>
            <a:ext cx="4982804" cy="29792"/>
          </a:xfrm>
          <a:prstGeom prst="line">
            <a:avLst/>
          </a:prstGeom>
          <a:ln w="9525" cap="flat">
            <a:solidFill>
              <a:srgbClr val="7f90d4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2014804" y="1694012"/>
            <a:ext cx="2525890" cy="131588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</a:t>
            </a:r>
            <a:r>
              <a:rPr lang="en-US" altLang="ko-KR" sz="7399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6</a:t>
            </a:r>
            <a:endParaRPr lang="en-US" altLang="ko-KR" sz="7399">
              <a:solidFill>
                <a:srgbClr val="7f90d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411099" y="1694012"/>
            <a:ext cx="8091608" cy="131588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ko-KR" altLang="en-US" sz="739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알고리즘</a:t>
            </a:r>
            <a:endParaRPr lang="ko-KR" altLang="en-US" sz="7399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229600" y="1105314"/>
            <a:ext cx="4572000" cy="82291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f9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3000"/>
            </a:blip>
            <a:stretch>
              <a:fillRect/>
            </a:stretch>
          </a:blip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 rot="0">
            <a:off x="876300" y="730372"/>
            <a:ext cx="16535400" cy="8826256"/>
            <a:chOff x="0" y="0"/>
            <a:chExt cx="4355002" cy="23246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algn="ctr">
                <a:lnSpc>
                  <a:spcPts val="2520"/>
                </a:lnSpc>
                <a:defRPr/>
              </a:pPr>
              <a:endParaRPr lang="ko-KR" altLang="en-US"/>
            </a:p>
          </p:txBody>
        </p:sp>
      </p:grpSp>
      <p:sp>
        <p:nvSpPr>
          <p:cNvPr id="6" name="AutoShape 6"/>
          <p:cNvSpPr/>
          <p:nvPr/>
        </p:nvSpPr>
        <p:spPr>
          <a:xfrm>
            <a:off x="1875196" y="3192092"/>
            <a:ext cx="14537608" cy="0"/>
          </a:xfrm>
          <a:prstGeom prst="line">
            <a:avLst/>
          </a:prstGeom>
          <a:ln w="9525" cap="flat">
            <a:solidFill>
              <a:srgbClr val="7f90d4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2014804" y="1694012"/>
            <a:ext cx="2525890" cy="12788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07</a:t>
            </a:r>
            <a:endParaRPr lang="en-US" sz="7399">
              <a:solidFill>
                <a:srgbClr val="7f90d4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411099" y="1694012"/>
            <a:ext cx="8091608" cy="131588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  <a:defRPr/>
            </a:pPr>
            <a:r>
              <a:rPr lang="ko-KR" altLang="en-US" sz="739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개발 일정</a:t>
            </a:r>
            <a:endParaRPr lang="ko-KR" altLang="en-US" sz="7399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graphicFrame>
        <p:nvGraphicFramePr>
          <p:cNvPr id="25" name=""/>
          <p:cNvGraphicFramePr>
            <a:graphicFrameLocks noGrp="1"/>
          </p:cNvGraphicFramePr>
          <p:nvPr/>
        </p:nvGraphicFramePr>
        <p:xfrm>
          <a:off x="1905000" y="3845560"/>
          <a:ext cx="12193905" cy="47269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135505"/>
                <a:gridCol w="10058400"/>
              </a:tblGrid>
              <a:tr h="675277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lnSpc>
                          <a:spcPts val="422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기간</a:t>
                      </a:r>
                      <a:endParaRPr lang="ko-KR" altLang="en-US" sz="2800">
                        <a:solidFill>
                          <a:schemeClr val="dk1"/>
                        </a:solidFill>
                        <a:latin typeface="TDTD한강고딕"/>
                        <a:ea typeface="TDTD한강고딕"/>
                        <a:cs typeface="TDTD한강고딕"/>
                        <a:sym typeface="TDTD한강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lnSpc>
                          <a:spcPts val="422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내용</a:t>
                      </a:r>
                      <a:endParaRPr lang="ko-KR" altLang="en-US" sz="2800">
                        <a:solidFill>
                          <a:schemeClr val="dk1"/>
                        </a:solidFill>
                        <a:latin typeface="TDTD한강고딕"/>
                        <a:ea typeface="TDTD한강고딕"/>
                        <a:cs typeface="TDTD한강고딕"/>
                        <a:sym typeface="TDTD한강고딕"/>
                      </a:endParaRPr>
                    </a:p>
                  </a:txBody>
                  <a:tcPr marL="91440" marR="91440"/>
                </a:tc>
              </a:tr>
              <a:tr h="675277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lnSpc>
                          <a:spcPts val="422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altLang="ko-KR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11</a:t>
                      </a: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월 </a:t>
                      </a:r>
                      <a:r>
                        <a:rPr lang="en-US" altLang="ko-KR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3</a:t>
                      </a: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주</a:t>
                      </a:r>
                      <a:endParaRPr lang="ko-KR" altLang="en-US" sz="2800">
                        <a:solidFill>
                          <a:schemeClr val="dk1"/>
                        </a:solidFill>
                        <a:latin typeface="TDTD한강고딕"/>
                        <a:ea typeface="TDTD한강고딕"/>
                        <a:cs typeface="TDTD한강고딕"/>
                        <a:sym typeface="TDTD한강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lnSpc>
                          <a:spcPts val="422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제안서 작성 및 시스템 구조 확정</a:t>
                      </a:r>
                      <a:endParaRPr lang="ko-KR" altLang="en-US" sz="2800">
                        <a:solidFill>
                          <a:schemeClr val="dk1"/>
                        </a:solidFill>
                        <a:latin typeface="TDTD한강고딕"/>
                        <a:ea typeface="TDTD한강고딕"/>
                        <a:cs typeface="TDTD한강고딕"/>
                        <a:sym typeface="TDTD한강고딕"/>
                      </a:endParaRPr>
                    </a:p>
                  </a:txBody>
                  <a:tcPr marL="91440" marR="91440"/>
                </a:tc>
              </a:tr>
              <a:tr h="675277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lnSpc>
                          <a:spcPts val="422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altLang="ko-KR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11</a:t>
                      </a: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월 </a:t>
                      </a:r>
                      <a:r>
                        <a:rPr lang="en-US" altLang="ko-KR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4</a:t>
                      </a: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주</a:t>
                      </a:r>
                      <a:endParaRPr lang="ko-KR" altLang="en-US" sz="2800">
                        <a:solidFill>
                          <a:schemeClr val="dk1"/>
                        </a:solidFill>
                        <a:latin typeface="TDTD한강고딕"/>
                        <a:ea typeface="TDTD한강고딕"/>
                        <a:cs typeface="TDTD한강고딕"/>
                        <a:sym typeface="TDTD한강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lnSpc>
                          <a:spcPts val="422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altLang="ko-KR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RPM FSM, Gear FSM, Speed Logic</a:t>
                      </a: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 설계</a:t>
                      </a:r>
                      <a:endParaRPr lang="ko-KR" altLang="en-US" sz="2800">
                        <a:solidFill>
                          <a:schemeClr val="dk1"/>
                        </a:solidFill>
                        <a:latin typeface="TDTD한강고딕"/>
                        <a:ea typeface="TDTD한강고딕"/>
                        <a:cs typeface="TDTD한강고딕"/>
                        <a:sym typeface="TDTD한강고딕"/>
                      </a:endParaRPr>
                    </a:p>
                  </a:txBody>
                  <a:tcPr marL="91440" marR="91440"/>
                </a:tc>
              </a:tr>
              <a:tr h="675277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lnSpc>
                          <a:spcPts val="422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altLang="ko-KR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11</a:t>
                      </a: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월 </a:t>
                      </a:r>
                      <a:r>
                        <a:rPr lang="en-US" altLang="ko-KR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5</a:t>
                      </a: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주</a:t>
                      </a:r>
                      <a:endParaRPr lang="ko-KR" altLang="en-US" sz="2800">
                        <a:solidFill>
                          <a:schemeClr val="dk1"/>
                        </a:solidFill>
                        <a:latin typeface="TDTD한강고딕"/>
                        <a:ea typeface="TDTD한강고딕"/>
                        <a:cs typeface="TDTD한강고딕"/>
                        <a:sym typeface="TDTD한강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lnSpc>
                          <a:spcPts val="422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altLang="ko-KR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7-Segment </a:t>
                      </a: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및 </a:t>
                      </a:r>
                      <a:r>
                        <a:rPr lang="en-US" altLang="ko-KR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servo PWM</a:t>
                      </a: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 모듈 제작</a:t>
                      </a:r>
                      <a:endParaRPr lang="ko-KR" altLang="en-US" sz="2800">
                        <a:solidFill>
                          <a:schemeClr val="dk1"/>
                        </a:solidFill>
                        <a:latin typeface="TDTD한강고딕"/>
                        <a:ea typeface="TDTD한강고딕"/>
                        <a:cs typeface="TDTD한강고딕"/>
                        <a:sym typeface="TDTD한강고딕"/>
                      </a:endParaRPr>
                    </a:p>
                  </a:txBody>
                  <a:tcPr marL="91440" marR="91440"/>
                </a:tc>
              </a:tr>
              <a:tr h="675277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lnSpc>
                          <a:spcPts val="422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altLang="ko-KR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12</a:t>
                      </a: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월 </a:t>
                      </a:r>
                      <a:r>
                        <a:rPr lang="en-US" altLang="ko-KR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1</a:t>
                      </a: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주</a:t>
                      </a:r>
                      <a:endParaRPr lang="ko-KR" altLang="en-US" sz="2800">
                        <a:solidFill>
                          <a:schemeClr val="dk1"/>
                        </a:solidFill>
                        <a:latin typeface="TDTD한강고딕"/>
                        <a:ea typeface="TDTD한강고딕"/>
                        <a:cs typeface="TDTD한강고딕"/>
                        <a:sym typeface="TDTD한강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lnSpc>
                          <a:spcPts val="422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모듈 통합 및 </a:t>
                      </a:r>
                      <a:r>
                        <a:rPr lang="en-US" altLang="ko-KR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FPGA</a:t>
                      </a: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 보드 업로드</a:t>
                      </a:r>
                      <a:endParaRPr lang="ko-KR" altLang="en-US" sz="2800">
                        <a:solidFill>
                          <a:schemeClr val="dk1"/>
                        </a:solidFill>
                        <a:latin typeface="TDTD한강고딕"/>
                        <a:ea typeface="TDTD한강고딕"/>
                        <a:cs typeface="TDTD한강고딕"/>
                        <a:sym typeface="TDTD한강고딕"/>
                      </a:endParaRPr>
                    </a:p>
                  </a:txBody>
                  <a:tcPr marL="91440" marR="91440"/>
                </a:tc>
              </a:tr>
              <a:tr h="675277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lnSpc>
                          <a:spcPts val="422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altLang="ko-KR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12</a:t>
                      </a: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월 </a:t>
                      </a:r>
                      <a:r>
                        <a:rPr lang="en-US" altLang="ko-KR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2</a:t>
                      </a: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주</a:t>
                      </a:r>
                      <a:endParaRPr lang="ko-KR" altLang="en-US" sz="2800">
                        <a:solidFill>
                          <a:schemeClr val="dk1"/>
                        </a:solidFill>
                        <a:latin typeface="TDTD한강고딕"/>
                        <a:ea typeface="TDTD한강고딕"/>
                        <a:cs typeface="TDTD한강고딕"/>
                        <a:sym typeface="TDTD한강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lnSpc>
                          <a:spcPts val="422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동작 테스트 및 오류 수정</a:t>
                      </a:r>
                      <a:endParaRPr lang="ko-KR" altLang="en-US" sz="2800">
                        <a:solidFill>
                          <a:schemeClr val="dk1"/>
                        </a:solidFill>
                        <a:latin typeface="TDTD한강고딕"/>
                        <a:ea typeface="TDTD한강고딕"/>
                        <a:cs typeface="TDTD한강고딕"/>
                        <a:sym typeface="TDTD한강고딕"/>
                      </a:endParaRPr>
                    </a:p>
                  </a:txBody>
                  <a:tcPr marL="91440" marR="91440"/>
                </a:tc>
              </a:tr>
              <a:tr h="675277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lnSpc>
                          <a:spcPts val="422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altLang="ko-KR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12</a:t>
                      </a: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월 </a:t>
                      </a:r>
                      <a:r>
                        <a:rPr lang="en-US" altLang="ko-KR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3</a:t>
                      </a: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주</a:t>
                      </a:r>
                      <a:endParaRPr lang="ko-KR" altLang="en-US" sz="2800">
                        <a:solidFill>
                          <a:schemeClr val="dk1"/>
                        </a:solidFill>
                        <a:latin typeface="TDTD한강고딕"/>
                        <a:ea typeface="TDTD한강고딕"/>
                        <a:cs typeface="TDTD한강고딕"/>
                        <a:sym typeface="TDTD한강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lnSpc>
                          <a:spcPts val="422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ko-KR" altLang="en-US" sz="2800">
                          <a:solidFill>
                            <a:schemeClr val="dk1"/>
                          </a:solidFill>
                          <a:latin typeface="TDTD한강고딕"/>
                          <a:ea typeface="TDTD한강고딕"/>
                          <a:cs typeface="TDTD한강고딕"/>
                          <a:sym typeface="TDTD한강고딕"/>
                        </a:rPr>
                        <a:t>최종 보고서 및 발표자료 제작</a:t>
                      </a:r>
                      <a:endParaRPr lang="ko-KR" altLang="en-US" sz="2800">
                        <a:solidFill>
                          <a:schemeClr val="dk1"/>
                        </a:solidFill>
                        <a:latin typeface="TDTD한강고딕"/>
                        <a:ea typeface="TDTD한강고딕"/>
                        <a:cs typeface="TDTD한강고딕"/>
                        <a:sym typeface="TDTD한강고딕"/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F9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700"/>
            <a:ext cx="18288000" cy="10281645"/>
          </a:xfrm>
          <a:custGeom>
            <a:avLst/>
            <a:gdLst/>
            <a:ahLst/>
            <a:cxnLst/>
            <a:rect r="r" b="b" t="t" l="l"/>
            <a:pathLst>
              <a:path h="10281645" w="18288000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76300" y="730372"/>
            <a:ext cx="16535400" cy="8826256"/>
            <a:chOff x="0" y="0"/>
            <a:chExt cx="4355002" cy="23246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55002" cy="2324611"/>
            </a:xfrm>
            <a:custGeom>
              <a:avLst/>
              <a:gdLst/>
              <a:ahLst/>
              <a:cxnLst/>
              <a:rect r="r" b="b" t="t" l="l"/>
              <a:pathLst>
                <a:path h="2324611" w="4355002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875196" y="4211267"/>
            <a:ext cx="14537608" cy="0"/>
          </a:xfrm>
          <a:prstGeom prst="line">
            <a:avLst/>
          </a:prstGeom>
          <a:ln cap="flat" w="9525">
            <a:solidFill>
              <a:srgbClr val="7F90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824304" y="2541737"/>
            <a:ext cx="9098140" cy="15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79"/>
              </a:lnSpc>
              <a:spcBef>
                <a:spcPct val="0"/>
              </a:spcBef>
            </a:pPr>
            <a:r>
              <a:rPr lang="en-US" sz="8699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THANK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70446" y="4501780"/>
            <a:ext cx="14537608" cy="448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545454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199</ep:Words>
  <ep:PresentationFormat>On-screen Show (4:3)</ep:PresentationFormat>
  <ep:Paragraphs>76</ep:Paragraphs>
  <ep:Slides>13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User</cp:lastModifiedBy>
  <dcterms:modified xsi:type="dcterms:W3CDTF">2025-11-16T14:25:12.424</dcterms:modified>
  <cp:revision>23</cp:revision>
  <dc:title>파스텔 블루 심플한 팀 프로젝트 발표 프레젠테이션</dc:title>
  <cp:version/>
</cp:coreProperties>
</file>